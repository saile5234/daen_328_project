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1" r:id="rId4"/>
    <p:sldMasterId id="214748369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Inter"/>
      <p:regular r:id="rId19"/>
      <p:bold r:id="rId20"/>
      <p:italic r:id="rId21"/>
      <p:boldItalic r:id="rId22"/>
    </p:embeddedFont>
    <p:embeddedFont>
      <p:font typeface="Roboto Mono"/>
      <p:regular r:id="rId23"/>
      <p:bold r:id="rId24"/>
      <p:italic r:id="rId25"/>
      <p:boldItalic r:id="rId26"/>
    </p:embeddedFont>
    <p:embeddedFont>
      <p:font typeface="Inter Medium"/>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bold.fntdata"/><Relationship Id="rId22" Type="http://schemas.openxmlformats.org/officeDocument/2006/relationships/font" Target="fonts/Inter-boldItalic.fntdata"/><Relationship Id="rId21" Type="http://schemas.openxmlformats.org/officeDocument/2006/relationships/font" Target="fonts/Inter-italic.fntdata"/><Relationship Id="rId24" Type="http://schemas.openxmlformats.org/officeDocument/2006/relationships/font" Target="fonts/RobotoMono-bold.fntdata"/><Relationship Id="rId23" Type="http://schemas.openxmlformats.org/officeDocument/2006/relationships/font" Target="fonts/RobotoMon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obotoMono-boldItalic.fntdata"/><Relationship Id="rId25" Type="http://schemas.openxmlformats.org/officeDocument/2006/relationships/font" Target="fonts/RobotoMono-italic.fntdata"/><Relationship Id="rId28" Type="http://schemas.openxmlformats.org/officeDocument/2006/relationships/font" Target="fonts/InterMedium-bold.fntdata"/><Relationship Id="rId27" Type="http://schemas.openxmlformats.org/officeDocument/2006/relationships/font" Target="fonts/InterMedium-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InterMedium-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InterMedium-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Inter-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ded7628930_1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g3ded7628930_1_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83" name="Google Shape;283;g3ded7628930_1_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ded7628930_1_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g3ded7628930_1_17: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98" name="Google Shape;298;g3ded7628930_1_17: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ded7628930_1_5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g3ded7628930_1_58: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40" name="Google Shape;340;g3ded7628930_1_58: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ded7628930_1_9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 name="Google Shape;373;g3ded7628930_1_96: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74" name="Google Shape;374;g3ded7628930_1_96: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ded7628930_1_1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2" name="Google Shape;422;g3ded7628930_1_147: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23" name="Google Shape;423;g3ded7628930_1_147: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e0429edb90_1_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g3e0429edb90_1_11: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61" name="Google Shape;461;g3e0429edb90_1_11: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ded7628930_1_18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g3ded7628930_1_183: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72" name="Google Shape;472;g3ded7628930_1_183: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d82e835848_0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8" name="Google Shape;558;g3d82e835848_0_1: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59" name="Google Shape;559;g3d82e835848_0_1: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d82e835848_0_9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7" name="Google Shape;637;g3d82e835848_0_90: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38" name="Google Shape;638;g3d82e835848_0_90: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ded7628930_1_2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4" name="Google Shape;724;g3ded7628930_1_269: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25" name="Google Shape;725;g3ded7628930_1_269: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ded7628930_1_3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8" name="Google Shape;768;g3ded7628930_1_349: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69" name="Google Shape;769;g3ded7628930_1_349: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ded7628930_1_38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7" name="Google Shape;807;g3ded7628930_1_387: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08" name="Google Shape;808;g3ded7628930_1_387: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layout" type="title">
  <p:cSld name="TITLE">
    <p:spTree>
      <p:nvGrpSpPr>
        <p:cNvPr id="9" name="Shape 9"/>
        <p:cNvGrpSpPr/>
        <p:nvPr/>
      </p:nvGrpSpPr>
      <p:grpSpPr>
        <a:xfrm>
          <a:off x="0" y="0"/>
          <a:ext cx="0" cy="0"/>
          <a:chOff x="0" y="0"/>
          <a:chExt cx="0" cy="0"/>
        </a:xfrm>
      </p:grpSpPr>
      <p:sp>
        <p:nvSpPr>
          <p:cNvPr id="10" name="Google Shape;10;p2"/>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11" name="Google Shape;11;p2"/>
          <p:cNvSpPr/>
          <p:nvPr>
            <p:ph idx="3" type="pic"/>
          </p:nvPr>
        </p:nvSpPr>
        <p:spPr>
          <a:xfrm>
            <a:off x="226525" y="2975750"/>
            <a:ext cx="4458900" cy="1941300"/>
          </a:xfrm>
          <a:prstGeom prst="rect">
            <a:avLst/>
          </a:prstGeom>
          <a:noFill/>
          <a:ln>
            <a:noFill/>
          </a:ln>
        </p:spPr>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 name="Google Shape;13;p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 name="Google Shape;14;p2"/>
          <p:cNvSpPr txBox="1"/>
          <p:nvPr>
            <p:ph idx="4"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with details">
  <p:cSld name="TITLE_1">
    <p:spTree>
      <p:nvGrpSpPr>
        <p:cNvPr id="15" name="Shape 15"/>
        <p:cNvGrpSpPr/>
        <p:nvPr/>
      </p:nvGrpSpPr>
      <p:grpSpPr>
        <a:xfrm>
          <a:off x="0" y="0"/>
          <a:ext cx="0" cy="0"/>
          <a:chOff x="0" y="0"/>
          <a:chExt cx="0" cy="0"/>
        </a:xfrm>
      </p:grpSpPr>
      <p:sp>
        <p:nvSpPr>
          <p:cNvPr id="16" name="Google Shape;16;p3"/>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8" name="Google Shape;18;p3"/>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3"/>
          <p:cNvSpPr txBox="1"/>
          <p:nvPr>
            <p:ph idx="3"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0" name="Google Shape;20;p3"/>
          <p:cNvSpPr txBox="1"/>
          <p:nvPr>
            <p:ph idx="4"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3"/>
          <p:cNvSpPr txBox="1"/>
          <p:nvPr>
            <p:ph idx="1" type="body"/>
          </p:nvPr>
        </p:nvSpPr>
        <p:spPr>
          <a:xfrm>
            <a:off x="266700" y="4099025"/>
            <a:ext cx="4458900" cy="8475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1_2">
    <p:spTree>
      <p:nvGrpSpPr>
        <p:cNvPr id="22" name="Shape 22"/>
        <p:cNvGrpSpPr/>
        <p:nvPr/>
      </p:nvGrpSpPr>
      <p:grpSpPr>
        <a:xfrm>
          <a:off x="0" y="0"/>
          <a:ext cx="0" cy="0"/>
          <a:chOff x="0" y="0"/>
          <a:chExt cx="0" cy="0"/>
        </a:xfrm>
      </p:grpSpPr>
      <p:sp>
        <p:nvSpPr>
          <p:cNvPr id="23" name="Google Shape;23;p4"/>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1_1">
    <p:spTree>
      <p:nvGrpSpPr>
        <p:cNvPr id="26" name="Shape 26"/>
        <p:cNvGrpSpPr/>
        <p:nvPr/>
      </p:nvGrpSpPr>
      <p:grpSpPr>
        <a:xfrm>
          <a:off x="0" y="0"/>
          <a:ext cx="0" cy="0"/>
          <a:chOff x="0" y="0"/>
          <a:chExt cx="0" cy="0"/>
        </a:xfrm>
      </p:grpSpPr>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p5"/>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5"/>
          <p:cNvSpPr txBox="1"/>
          <p:nvPr>
            <p:ph idx="1" type="body"/>
          </p:nvPr>
        </p:nvSpPr>
        <p:spPr>
          <a:xfrm>
            <a:off x="226525" y="2857625"/>
            <a:ext cx="4458900" cy="20889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spTree>
      <p:nvGrpSpPr>
        <p:cNvPr id="30" name="Shape 30"/>
        <p:cNvGrpSpPr/>
        <p:nvPr/>
      </p:nvGrpSpPr>
      <p:grpSpPr>
        <a:xfrm>
          <a:off x="0" y="0"/>
          <a:ext cx="0" cy="0"/>
          <a:chOff x="0" y="0"/>
          <a:chExt cx="0" cy="0"/>
        </a:xfrm>
      </p:grpSpPr>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6"/>
          <p:cNvSpPr txBox="1"/>
          <p:nvPr>
            <p:ph idx="1" type="body"/>
          </p:nvPr>
        </p:nvSpPr>
        <p:spPr>
          <a:xfrm>
            <a:off x="6325910" y="2621103"/>
            <a:ext cx="2612700" cy="2201100"/>
          </a:xfrm>
          <a:prstGeom prst="rect">
            <a:avLst/>
          </a:prstGeom>
        </p:spPr>
        <p:txBody>
          <a:bodyPr anchorCtr="0" anchor="ctr" bIns="91425" lIns="91425" spcFirstLastPara="1" rIns="91425" wrap="square" tIns="91425">
            <a:noAutofit/>
          </a:bodyPr>
          <a:lstStyle>
            <a:lvl1pPr indent="-330200" lvl="0" marL="457200" algn="r">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lgn="r">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lgn="r">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lgn="r">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lgn="r">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lgn="r">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lgn="r">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lgn="r">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lgn="r">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33" name="Google Shape;33;p6"/>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6"/>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35" name="Google Shape;35;p6"/>
          <p:cNvSpPr txBox="1"/>
          <p:nvPr>
            <p:ph idx="3" type="body"/>
          </p:nvPr>
        </p:nvSpPr>
        <p:spPr>
          <a:xfrm>
            <a:off x="226525" y="2621103"/>
            <a:ext cx="336600" cy="2201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36" name="Google Shape;36;p6"/>
          <p:cNvSpPr txBox="1"/>
          <p:nvPr>
            <p:ph idx="4" type="title"/>
          </p:nvPr>
        </p:nvSpPr>
        <p:spPr>
          <a:xfrm>
            <a:off x="226525" y="571800"/>
            <a:ext cx="52614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tx">
  <p:cSld name="TITLE_AND_BODY">
    <p:bg>
      <p:bgPr>
        <a:solidFill>
          <a:schemeClr val="dk1"/>
        </a:solidFill>
      </p:bgPr>
    </p:bg>
    <p:spTree>
      <p:nvGrpSpPr>
        <p:cNvPr id="37" name="Shape 37"/>
        <p:cNvGrpSpPr/>
        <p:nvPr/>
      </p:nvGrpSpPr>
      <p:grpSpPr>
        <a:xfrm>
          <a:off x="0" y="0"/>
          <a:ext cx="0" cy="0"/>
          <a:chOff x="0" y="0"/>
          <a:chExt cx="0" cy="0"/>
        </a:xfrm>
      </p:grpSpPr>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7"/>
          <p:cNvSpPr txBox="1"/>
          <p:nvPr>
            <p:ph type="title"/>
          </p:nvPr>
        </p:nvSpPr>
        <p:spPr>
          <a:xfrm>
            <a:off x="226525" y="2581610"/>
            <a:ext cx="8691000" cy="23748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AND_BODY_2">
    <p:bg>
      <p:bgPr>
        <a:solidFill>
          <a:schemeClr val="lt1"/>
        </a:solidFill>
      </p:bgPr>
    </p:bg>
    <p:spTree>
      <p:nvGrpSpPr>
        <p:cNvPr id="40" name="Shape 40"/>
        <p:cNvGrpSpPr/>
        <p:nvPr/>
      </p:nvGrpSpPr>
      <p:grpSpPr>
        <a:xfrm>
          <a:off x="0" y="0"/>
          <a:ext cx="0" cy="0"/>
          <a:chOff x="0" y="0"/>
          <a:chExt cx="0" cy="0"/>
        </a:xfrm>
      </p:grpSpPr>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2" name="Google Shape;42;p8"/>
          <p:cNvSpPr txBox="1"/>
          <p:nvPr>
            <p:ph type="title"/>
          </p:nvPr>
        </p:nvSpPr>
        <p:spPr>
          <a:xfrm>
            <a:off x="226525" y="248960"/>
            <a:ext cx="8691000" cy="2374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TITLE_AND_BODY_1">
    <p:bg>
      <p:bgPr>
        <a:solidFill>
          <a:schemeClr val="dk1"/>
        </a:solidFill>
      </p:bgPr>
    </p:bg>
    <p:spTree>
      <p:nvGrpSpPr>
        <p:cNvPr id="43" name="Shape 43"/>
        <p:cNvGrpSpPr/>
        <p:nvPr/>
      </p:nvGrpSpPr>
      <p:grpSpPr>
        <a:xfrm>
          <a:off x="0" y="0"/>
          <a:ext cx="0" cy="0"/>
          <a:chOff x="0" y="0"/>
          <a:chExt cx="0" cy="0"/>
        </a:xfrm>
      </p:grpSpPr>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9"/>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6" name="Google Shape;46;p9"/>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body"/>
          </p:nvPr>
        </p:nvSpPr>
        <p:spPr>
          <a:xfrm>
            <a:off x="246325" y="2591450"/>
            <a:ext cx="7587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48" name="Google Shape;48;p9"/>
          <p:cNvSpPr txBox="1"/>
          <p:nvPr>
            <p:ph idx="3" type="body"/>
          </p:nvPr>
        </p:nvSpPr>
        <p:spPr>
          <a:xfrm>
            <a:off x="1077200" y="2591450"/>
            <a:ext cx="78045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type="twoColTx">
  <p:cSld name="TITLE_AND_TWO_COLUMNS">
    <p:bg>
      <p:bgPr>
        <a:solidFill>
          <a:schemeClr val="dk1"/>
        </a:solidFill>
      </p:bgPr>
    </p:bg>
    <p:spTree>
      <p:nvGrpSpPr>
        <p:cNvPr id="49" name="Shape 49"/>
        <p:cNvGrpSpPr/>
        <p:nvPr/>
      </p:nvGrpSpPr>
      <p:grpSpPr>
        <a:xfrm>
          <a:off x="0" y="0"/>
          <a:ext cx="0" cy="0"/>
          <a:chOff x="0" y="0"/>
          <a:chExt cx="0" cy="0"/>
        </a:xfrm>
      </p:grpSpPr>
      <p:sp>
        <p:nvSpPr>
          <p:cNvPr id="50" name="Google Shape;50;p10"/>
          <p:cNvSpPr/>
          <p:nvPr>
            <p:ph idx="2" type="pic"/>
          </p:nvPr>
        </p:nvSpPr>
        <p:spPr>
          <a:xfrm>
            <a:off x="-5225" y="709575"/>
            <a:ext cx="3048600" cy="2805300"/>
          </a:xfrm>
          <a:prstGeom prst="rect">
            <a:avLst/>
          </a:prstGeom>
          <a:noFill/>
          <a:ln>
            <a:noFill/>
          </a:ln>
        </p:spPr>
      </p:sp>
      <p:sp>
        <p:nvSpPr>
          <p:cNvPr id="51" name="Google Shape;51;p10"/>
          <p:cNvSpPr txBox="1"/>
          <p:nvPr>
            <p:ph type="title"/>
          </p:nvPr>
        </p:nvSpPr>
        <p:spPr>
          <a:xfrm>
            <a:off x="156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2" name="Google Shape;52;p10"/>
          <p:cNvSpPr txBox="1"/>
          <p:nvPr>
            <p:ph idx="1" type="body"/>
          </p:nvPr>
        </p:nvSpPr>
        <p:spPr>
          <a:xfrm>
            <a:off x="156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0"/>
          <p:cNvSpPr txBox="1"/>
          <p:nvPr>
            <p:ph idx="3" type="title"/>
          </p:nvPr>
        </p:nvSpPr>
        <p:spPr>
          <a:xfrm>
            <a:off x="32086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5" name="Google Shape;55;p10"/>
          <p:cNvSpPr txBox="1"/>
          <p:nvPr>
            <p:ph idx="4" type="body"/>
          </p:nvPr>
        </p:nvSpPr>
        <p:spPr>
          <a:xfrm>
            <a:off x="32086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6" name="Google Shape;56;p10"/>
          <p:cNvSpPr txBox="1"/>
          <p:nvPr>
            <p:ph idx="5" type="title"/>
          </p:nvPr>
        </p:nvSpPr>
        <p:spPr>
          <a:xfrm>
            <a:off x="6268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7" name="Google Shape;57;p10"/>
          <p:cNvSpPr txBox="1"/>
          <p:nvPr>
            <p:ph idx="6" type="body"/>
          </p:nvPr>
        </p:nvSpPr>
        <p:spPr>
          <a:xfrm>
            <a:off x="6268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8" name="Google Shape;58;p10"/>
          <p:cNvSpPr/>
          <p:nvPr>
            <p:ph idx="7" type="pic"/>
          </p:nvPr>
        </p:nvSpPr>
        <p:spPr>
          <a:xfrm>
            <a:off x="3053763" y="709575"/>
            <a:ext cx="3031800" cy="2805300"/>
          </a:xfrm>
          <a:prstGeom prst="rect">
            <a:avLst/>
          </a:prstGeom>
          <a:noFill/>
          <a:ln>
            <a:noFill/>
          </a:ln>
        </p:spPr>
      </p:sp>
      <p:sp>
        <p:nvSpPr>
          <p:cNvPr id="59" name="Google Shape;59;p10"/>
          <p:cNvSpPr/>
          <p:nvPr>
            <p:ph idx="8" type="pic"/>
          </p:nvPr>
        </p:nvSpPr>
        <p:spPr>
          <a:xfrm>
            <a:off x="6095475" y="709575"/>
            <a:ext cx="3048600" cy="2805300"/>
          </a:xfrm>
          <a:prstGeom prst="rect">
            <a:avLst/>
          </a:prstGeom>
          <a:noFill/>
          <a:ln>
            <a:noFill/>
          </a:ln>
        </p:spPr>
      </p:sp>
      <p:cxnSp>
        <p:nvCxnSpPr>
          <p:cNvPr id="60" name="Google Shape;60;p10"/>
          <p:cNvCxnSpPr/>
          <p:nvPr/>
        </p:nvCxnSpPr>
        <p:spPr>
          <a:xfrm>
            <a:off x="304852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61" name="Google Shape;61;p10"/>
          <p:cNvCxnSpPr/>
          <p:nvPr/>
        </p:nvCxnSpPr>
        <p:spPr>
          <a:xfrm>
            <a:off x="609057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62" name="Google Shape;62;p10"/>
          <p:cNvCxnSpPr/>
          <p:nvPr/>
        </p:nvCxnSpPr>
        <p:spPr>
          <a:xfrm rot="10800000">
            <a:off x="0" y="3520200"/>
            <a:ext cx="9152400" cy="0"/>
          </a:xfrm>
          <a:prstGeom prst="straightConnector1">
            <a:avLst/>
          </a:prstGeom>
          <a:noFill/>
          <a:ln cap="flat" cmpd="sng" w="9525">
            <a:solidFill>
              <a:schemeClr val="lt1"/>
            </a:solidFill>
            <a:prstDash val="solid"/>
            <a:round/>
            <a:headEnd len="med" w="med" type="none"/>
            <a:tailEnd len="med" w="med" type="none"/>
          </a:ln>
        </p:spPr>
      </p:cxnSp>
      <p:cxnSp>
        <p:nvCxnSpPr>
          <p:cNvPr id="63" name="Google Shape;63;p10"/>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64" name="Google Shape;64;p10"/>
          <p:cNvSpPr txBox="1"/>
          <p:nvPr>
            <p:ph idx="9"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TITLE_AND_TWO_COLUMNS_1">
    <p:bg>
      <p:bgPr>
        <a:solidFill>
          <a:schemeClr val="dk1"/>
        </a:solidFill>
      </p:bgPr>
    </p:bg>
    <p:spTree>
      <p:nvGrpSpPr>
        <p:cNvPr id="65" name="Shape 65"/>
        <p:cNvGrpSpPr/>
        <p:nvPr/>
      </p:nvGrpSpPr>
      <p:grpSpPr>
        <a:xfrm>
          <a:off x="0" y="0"/>
          <a:ext cx="0" cy="0"/>
          <a:chOff x="0" y="0"/>
          <a:chExt cx="0" cy="0"/>
        </a:xfrm>
      </p:grpSpPr>
      <p:sp>
        <p:nvSpPr>
          <p:cNvPr id="66" name="Google Shape;66;p11"/>
          <p:cNvSpPr/>
          <p:nvPr>
            <p:ph idx="2" type="pic"/>
          </p:nvPr>
        </p:nvSpPr>
        <p:spPr>
          <a:xfrm>
            <a:off x="-5225" y="709575"/>
            <a:ext cx="3048600" cy="1468500"/>
          </a:xfrm>
          <a:prstGeom prst="rect">
            <a:avLst/>
          </a:prstGeom>
          <a:noFill/>
          <a:ln>
            <a:noFill/>
          </a:ln>
        </p:spPr>
      </p:sp>
      <p:sp>
        <p:nvSpPr>
          <p:cNvPr id="67" name="Google Shape;67;p11"/>
          <p:cNvSpPr/>
          <p:nvPr>
            <p:ph idx="3" type="pic"/>
          </p:nvPr>
        </p:nvSpPr>
        <p:spPr>
          <a:xfrm>
            <a:off x="3053763" y="709575"/>
            <a:ext cx="3031800" cy="1468500"/>
          </a:xfrm>
          <a:prstGeom prst="rect">
            <a:avLst/>
          </a:prstGeom>
          <a:noFill/>
          <a:ln>
            <a:noFill/>
          </a:ln>
        </p:spPr>
      </p:sp>
      <p:sp>
        <p:nvSpPr>
          <p:cNvPr id="68" name="Google Shape;68;p11"/>
          <p:cNvSpPr/>
          <p:nvPr>
            <p:ph idx="4" type="pic"/>
          </p:nvPr>
        </p:nvSpPr>
        <p:spPr>
          <a:xfrm>
            <a:off x="6095475" y="709575"/>
            <a:ext cx="3048600" cy="1468500"/>
          </a:xfrm>
          <a:prstGeom prst="rect">
            <a:avLst/>
          </a:prstGeom>
          <a:noFill/>
          <a:ln>
            <a:noFill/>
          </a:ln>
        </p:spPr>
      </p:sp>
      <p:cxnSp>
        <p:nvCxnSpPr>
          <p:cNvPr id="69" name="Google Shape;69;p11"/>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70" name="Google Shape;70;p11"/>
          <p:cNvSpPr txBox="1"/>
          <p:nvPr>
            <p:ph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 name="Google Shape;71;p11"/>
          <p:cNvSpPr/>
          <p:nvPr>
            <p:ph idx="5" type="pic"/>
          </p:nvPr>
        </p:nvSpPr>
        <p:spPr>
          <a:xfrm>
            <a:off x="-4975" y="2192221"/>
            <a:ext cx="3048600" cy="1468500"/>
          </a:xfrm>
          <a:prstGeom prst="rect">
            <a:avLst/>
          </a:prstGeom>
          <a:noFill/>
          <a:ln>
            <a:noFill/>
          </a:ln>
        </p:spPr>
      </p:sp>
      <p:sp>
        <p:nvSpPr>
          <p:cNvPr id="72" name="Google Shape;72;p11"/>
          <p:cNvSpPr/>
          <p:nvPr>
            <p:ph idx="6" type="pic"/>
          </p:nvPr>
        </p:nvSpPr>
        <p:spPr>
          <a:xfrm>
            <a:off x="3054013" y="2192221"/>
            <a:ext cx="3031800" cy="1468500"/>
          </a:xfrm>
          <a:prstGeom prst="rect">
            <a:avLst/>
          </a:prstGeom>
          <a:noFill/>
          <a:ln>
            <a:noFill/>
          </a:ln>
        </p:spPr>
      </p:sp>
      <p:sp>
        <p:nvSpPr>
          <p:cNvPr id="73" name="Google Shape;73;p11"/>
          <p:cNvSpPr/>
          <p:nvPr>
            <p:ph idx="7" type="pic"/>
          </p:nvPr>
        </p:nvSpPr>
        <p:spPr>
          <a:xfrm>
            <a:off x="6095725" y="2192221"/>
            <a:ext cx="3048600" cy="1468500"/>
          </a:xfrm>
          <a:prstGeom prst="rect">
            <a:avLst/>
          </a:prstGeom>
          <a:noFill/>
          <a:ln>
            <a:noFill/>
          </a:ln>
        </p:spPr>
      </p:sp>
      <p:sp>
        <p:nvSpPr>
          <p:cNvPr id="74" name="Google Shape;74;p11"/>
          <p:cNvSpPr/>
          <p:nvPr>
            <p:ph idx="8" type="pic"/>
          </p:nvPr>
        </p:nvSpPr>
        <p:spPr>
          <a:xfrm>
            <a:off x="-4975" y="3674873"/>
            <a:ext cx="3048600" cy="1468500"/>
          </a:xfrm>
          <a:prstGeom prst="rect">
            <a:avLst/>
          </a:prstGeom>
          <a:noFill/>
          <a:ln>
            <a:noFill/>
          </a:ln>
        </p:spPr>
      </p:sp>
      <p:sp>
        <p:nvSpPr>
          <p:cNvPr id="75" name="Google Shape;75;p11"/>
          <p:cNvSpPr/>
          <p:nvPr>
            <p:ph idx="9" type="pic"/>
          </p:nvPr>
        </p:nvSpPr>
        <p:spPr>
          <a:xfrm>
            <a:off x="3054013" y="3674873"/>
            <a:ext cx="3031800" cy="1468500"/>
          </a:xfrm>
          <a:prstGeom prst="rect">
            <a:avLst/>
          </a:prstGeom>
          <a:noFill/>
          <a:ln>
            <a:noFill/>
          </a:ln>
        </p:spPr>
      </p:sp>
      <p:sp>
        <p:nvSpPr>
          <p:cNvPr id="76" name="Google Shape;76;p11"/>
          <p:cNvSpPr/>
          <p:nvPr>
            <p:ph idx="13" type="pic"/>
          </p:nvPr>
        </p:nvSpPr>
        <p:spPr>
          <a:xfrm>
            <a:off x="6095725" y="3674873"/>
            <a:ext cx="3048600" cy="14685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type="titleOnly">
  <p:cSld name="TITLE_ONLY">
    <p:spTree>
      <p:nvGrpSpPr>
        <p:cNvPr id="77" name="Shape 77"/>
        <p:cNvGrpSpPr/>
        <p:nvPr/>
      </p:nvGrpSpPr>
      <p:grpSpPr>
        <a:xfrm>
          <a:off x="0" y="0"/>
          <a:ext cx="0" cy="0"/>
          <a:chOff x="0" y="0"/>
          <a:chExt cx="0" cy="0"/>
        </a:xfrm>
      </p:grpSpPr>
      <p:sp>
        <p:nvSpPr>
          <p:cNvPr id="78" name="Google Shape;7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2"/>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TITLE_ONLY_1">
    <p:bg>
      <p:bgPr>
        <a:solidFill>
          <a:schemeClr val="dk1"/>
        </a:solidFill>
      </p:bgPr>
    </p:bg>
    <p:spTree>
      <p:nvGrpSpPr>
        <p:cNvPr id="80" name="Shape 80"/>
        <p:cNvGrpSpPr/>
        <p:nvPr/>
      </p:nvGrpSpPr>
      <p:grpSpPr>
        <a:xfrm>
          <a:off x="0" y="0"/>
          <a:ext cx="0" cy="0"/>
          <a:chOff x="0" y="0"/>
          <a:chExt cx="0" cy="0"/>
        </a:xfrm>
      </p:grpSpPr>
      <p:sp>
        <p:nvSpPr>
          <p:cNvPr id="81" name="Google Shape;8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3"/>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ONE_COLUMN_TEXT">
    <p:bg>
      <p:bgPr>
        <a:solidFill>
          <a:schemeClr val="dk1"/>
        </a:solidFill>
      </p:bgPr>
    </p:bg>
    <p:spTree>
      <p:nvGrpSpPr>
        <p:cNvPr id="83" name="Shape 83"/>
        <p:cNvGrpSpPr/>
        <p:nvPr/>
      </p:nvGrpSpPr>
      <p:grpSpPr>
        <a:xfrm>
          <a:off x="0" y="0"/>
          <a:ext cx="0" cy="0"/>
          <a:chOff x="0" y="0"/>
          <a:chExt cx="0" cy="0"/>
        </a:xfrm>
      </p:grpSpPr>
      <p:sp>
        <p:nvSpPr>
          <p:cNvPr id="84" name="Google Shape;84;p14"/>
          <p:cNvSpPr/>
          <p:nvPr>
            <p:ph idx="2" type="pic"/>
          </p:nvPr>
        </p:nvSpPr>
        <p:spPr>
          <a:xfrm>
            <a:off x="4576350" y="0"/>
            <a:ext cx="4567500" cy="5153700"/>
          </a:xfrm>
          <a:prstGeom prst="rect">
            <a:avLst/>
          </a:prstGeom>
          <a:noFill/>
          <a:ln cap="flat" cmpd="sng" w="9525">
            <a:solidFill>
              <a:schemeClr val="lt1"/>
            </a:solidFill>
            <a:prstDash val="solid"/>
            <a:round/>
            <a:headEnd len="sm" w="sm" type="none"/>
            <a:tailEnd len="sm" w="sm" type="none"/>
          </a:ln>
        </p:spPr>
      </p:sp>
      <p:sp>
        <p:nvSpPr>
          <p:cNvPr id="85" name="Google Shape;85;p14"/>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Clr>
                <a:schemeClr val="lt1"/>
              </a:buClr>
              <a:buSzPts val="1600"/>
              <a:buChar char="●"/>
              <a:defRPr sz="1600">
                <a:solidFill>
                  <a:schemeClr val="lt1"/>
                </a:solidFill>
              </a:defRPr>
            </a:lvl1pPr>
            <a:lvl2pPr indent="-330200" lvl="1" marL="914400">
              <a:spcBef>
                <a:spcPts val="0"/>
              </a:spcBef>
              <a:spcAft>
                <a:spcPts val="0"/>
              </a:spcAft>
              <a:buClr>
                <a:schemeClr val="lt1"/>
              </a:buClr>
              <a:buSzPts val="1600"/>
              <a:buChar char="○"/>
              <a:defRPr sz="1600">
                <a:solidFill>
                  <a:schemeClr val="lt1"/>
                </a:solidFill>
              </a:defRPr>
            </a:lvl2pPr>
            <a:lvl3pPr indent="-330200" lvl="2" marL="1371600">
              <a:spcBef>
                <a:spcPts val="0"/>
              </a:spcBef>
              <a:spcAft>
                <a:spcPts val="0"/>
              </a:spcAft>
              <a:buClr>
                <a:schemeClr val="lt1"/>
              </a:buClr>
              <a:buSzPts val="1600"/>
              <a:buChar char="■"/>
              <a:defRPr sz="1600">
                <a:solidFill>
                  <a:schemeClr val="lt1"/>
                </a:solidFill>
              </a:defRPr>
            </a:lvl3pPr>
            <a:lvl4pPr indent="-330200" lvl="3" marL="1828800">
              <a:spcBef>
                <a:spcPts val="0"/>
              </a:spcBef>
              <a:spcAft>
                <a:spcPts val="0"/>
              </a:spcAft>
              <a:buClr>
                <a:schemeClr val="lt1"/>
              </a:buClr>
              <a:buSzPts val="1600"/>
              <a:buChar char="●"/>
              <a:defRPr sz="1600">
                <a:solidFill>
                  <a:schemeClr val="lt1"/>
                </a:solidFill>
              </a:defRPr>
            </a:lvl4pPr>
            <a:lvl5pPr indent="-330200" lvl="4" marL="2286000">
              <a:spcBef>
                <a:spcPts val="0"/>
              </a:spcBef>
              <a:spcAft>
                <a:spcPts val="0"/>
              </a:spcAft>
              <a:buClr>
                <a:schemeClr val="lt1"/>
              </a:buClr>
              <a:buSzPts val="1600"/>
              <a:buChar char="○"/>
              <a:defRPr sz="1600">
                <a:solidFill>
                  <a:schemeClr val="lt1"/>
                </a:solidFill>
              </a:defRPr>
            </a:lvl5pPr>
            <a:lvl6pPr indent="-330200" lvl="5" marL="2743200">
              <a:spcBef>
                <a:spcPts val="0"/>
              </a:spcBef>
              <a:spcAft>
                <a:spcPts val="0"/>
              </a:spcAft>
              <a:buClr>
                <a:schemeClr val="lt1"/>
              </a:buClr>
              <a:buSzPts val="1600"/>
              <a:buChar char="■"/>
              <a:defRPr sz="1600">
                <a:solidFill>
                  <a:schemeClr val="lt1"/>
                </a:solidFill>
              </a:defRPr>
            </a:lvl6pPr>
            <a:lvl7pPr indent="-330200" lvl="6" marL="3200400">
              <a:spcBef>
                <a:spcPts val="0"/>
              </a:spcBef>
              <a:spcAft>
                <a:spcPts val="0"/>
              </a:spcAft>
              <a:buClr>
                <a:schemeClr val="lt1"/>
              </a:buClr>
              <a:buSzPts val="1600"/>
              <a:buChar char="●"/>
              <a:defRPr sz="1600">
                <a:solidFill>
                  <a:schemeClr val="lt1"/>
                </a:solidFill>
              </a:defRPr>
            </a:lvl7pPr>
            <a:lvl8pPr indent="-330200" lvl="7" marL="3657600">
              <a:spcBef>
                <a:spcPts val="0"/>
              </a:spcBef>
              <a:spcAft>
                <a:spcPts val="0"/>
              </a:spcAft>
              <a:buClr>
                <a:schemeClr val="lt1"/>
              </a:buClr>
              <a:buSzPts val="1600"/>
              <a:buChar char="○"/>
              <a:defRPr sz="1600">
                <a:solidFill>
                  <a:schemeClr val="lt1"/>
                </a:solidFill>
              </a:defRPr>
            </a:lvl8pPr>
            <a:lvl9pPr indent="-330200" lvl="8" marL="4114800">
              <a:spcBef>
                <a:spcPts val="0"/>
              </a:spcBef>
              <a:spcAft>
                <a:spcPts val="0"/>
              </a:spcAft>
              <a:buClr>
                <a:schemeClr val="lt1"/>
              </a:buClr>
              <a:buSzPts val="1600"/>
              <a:buChar char="■"/>
              <a:defRPr sz="1600">
                <a:solidFill>
                  <a:schemeClr val="lt1"/>
                </a:solidFill>
              </a:defRPr>
            </a:lvl9pPr>
          </a:lstStyle>
          <a:p/>
        </p:txBody>
      </p:sp>
      <p:sp>
        <p:nvSpPr>
          <p:cNvPr id="86" name="Google Shape;8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4"/>
          <p:cNvSpPr txBox="1"/>
          <p:nvPr>
            <p:ph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2500"/>
              <a:buNone/>
              <a:defRPr sz="2500">
                <a:solidFill>
                  <a:schemeClr val="lt1"/>
                </a:solidFill>
              </a:defRPr>
            </a:lvl1pPr>
            <a:lvl2pPr lvl="1">
              <a:lnSpc>
                <a:spcPct val="80000"/>
              </a:lnSpc>
              <a:spcBef>
                <a:spcPts val="0"/>
              </a:spcBef>
              <a:spcAft>
                <a:spcPts val="0"/>
              </a:spcAft>
              <a:buClr>
                <a:schemeClr val="lt1"/>
              </a:buClr>
              <a:buSzPts val="2500"/>
              <a:buNone/>
              <a:defRPr sz="2500">
                <a:solidFill>
                  <a:schemeClr val="lt1"/>
                </a:solidFill>
              </a:defRPr>
            </a:lvl2pPr>
            <a:lvl3pPr lvl="2">
              <a:lnSpc>
                <a:spcPct val="80000"/>
              </a:lnSpc>
              <a:spcBef>
                <a:spcPts val="0"/>
              </a:spcBef>
              <a:spcAft>
                <a:spcPts val="0"/>
              </a:spcAft>
              <a:buClr>
                <a:schemeClr val="lt1"/>
              </a:buClr>
              <a:buSzPts val="2500"/>
              <a:buNone/>
              <a:defRPr sz="2500">
                <a:solidFill>
                  <a:schemeClr val="lt1"/>
                </a:solidFill>
              </a:defRPr>
            </a:lvl3pPr>
            <a:lvl4pPr lvl="3">
              <a:lnSpc>
                <a:spcPct val="80000"/>
              </a:lnSpc>
              <a:spcBef>
                <a:spcPts val="0"/>
              </a:spcBef>
              <a:spcAft>
                <a:spcPts val="0"/>
              </a:spcAft>
              <a:buClr>
                <a:schemeClr val="lt1"/>
              </a:buClr>
              <a:buSzPts val="2500"/>
              <a:buNone/>
              <a:defRPr sz="2500">
                <a:solidFill>
                  <a:schemeClr val="lt1"/>
                </a:solidFill>
              </a:defRPr>
            </a:lvl4pPr>
            <a:lvl5pPr lvl="4">
              <a:lnSpc>
                <a:spcPct val="80000"/>
              </a:lnSpc>
              <a:spcBef>
                <a:spcPts val="0"/>
              </a:spcBef>
              <a:spcAft>
                <a:spcPts val="0"/>
              </a:spcAft>
              <a:buClr>
                <a:schemeClr val="lt1"/>
              </a:buClr>
              <a:buSzPts val="2500"/>
              <a:buNone/>
              <a:defRPr sz="2500">
                <a:solidFill>
                  <a:schemeClr val="lt1"/>
                </a:solidFill>
              </a:defRPr>
            </a:lvl5pPr>
            <a:lvl6pPr lvl="5">
              <a:lnSpc>
                <a:spcPct val="80000"/>
              </a:lnSpc>
              <a:spcBef>
                <a:spcPts val="0"/>
              </a:spcBef>
              <a:spcAft>
                <a:spcPts val="0"/>
              </a:spcAft>
              <a:buClr>
                <a:schemeClr val="lt1"/>
              </a:buClr>
              <a:buSzPts val="2500"/>
              <a:buNone/>
              <a:defRPr sz="2500">
                <a:solidFill>
                  <a:schemeClr val="lt1"/>
                </a:solidFill>
              </a:defRPr>
            </a:lvl6pPr>
            <a:lvl7pPr lvl="6">
              <a:lnSpc>
                <a:spcPct val="80000"/>
              </a:lnSpc>
              <a:spcBef>
                <a:spcPts val="0"/>
              </a:spcBef>
              <a:spcAft>
                <a:spcPts val="0"/>
              </a:spcAft>
              <a:buClr>
                <a:schemeClr val="lt1"/>
              </a:buClr>
              <a:buSzPts val="2500"/>
              <a:buNone/>
              <a:defRPr sz="2500">
                <a:solidFill>
                  <a:schemeClr val="lt1"/>
                </a:solidFill>
              </a:defRPr>
            </a:lvl7pPr>
            <a:lvl8pPr lvl="7">
              <a:lnSpc>
                <a:spcPct val="80000"/>
              </a:lnSpc>
              <a:spcBef>
                <a:spcPts val="0"/>
              </a:spcBef>
              <a:spcAft>
                <a:spcPts val="0"/>
              </a:spcAft>
              <a:buClr>
                <a:schemeClr val="lt1"/>
              </a:buClr>
              <a:buSzPts val="2500"/>
              <a:buNone/>
              <a:defRPr sz="2500">
                <a:solidFill>
                  <a:schemeClr val="lt1"/>
                </a:solidFill>
              </a:defRPr>
            </a:lvl8pPr>
            <a:lvl9pPr lvl="8">
              <a:lnSpc>
                <a:spcPct val="80000"/>
              </a:lnSpc>
              <a:spcBef>
                <a:spcPts val="0"/>
              </a:spcBef>
              <a:spcAft>
                <a:spcPts val="0"/>
              </a:spcAft>
              <a:buClr>
                <a:schemeClr val="lt1"/>
              </a:buClr>
              <a:buSzPts val="2500"/>
              <a:buNone/>
              <a:defRPr sz="2500">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allery 2">
  <p:cSld name="MAIN_POINT">
    <p:spTree>
      <p:nvGrpSpPr>
        <p:cNvPr id="88" name="Shape 88"/>
        <p:cNvGrpSpPr/>
        <p:nvPr/>
      </p:nvGrpSpPr>
      <p:grpSpPr>
        <a:xfrm>
          <a:off x="0" y="0"/>
          <a:ext cx="0" cy="0"/>
          <a:chOff x="0" y="0"/>
          <a:chExt cx="0" cy="0"/>
        </a:xfrm>
      </p:grpSpPr>
      <p:sp>
        <p:nvSpPr>
          <p:cNvPr id="89" name="Google Shape;8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 name="Google Shape;91;p15"/>
          <p:cNvSpPr/>
          <p:nvPr>
            <p:ph idx="2" type="pic"/>
          </p:nvPr>
        </p:nvSpPr>
        <p:spPr>
          <a:xfrm>
            <a:off x="2315425" y="226625"/>
            <a:ext cx="3733800" cy="4690500"/>
          </a:xfrm>
          <a:prstGeom prst="rect">
            <a:avLst/>
          </a:prstGeom>
          <a:noFill/>
          <a:ln cap="flat" cmpd="sng" w="9525">
            <a:solidFill>
              <a:schemeClr val="dk1"/>
            </a:solidFill>
            <a:prstDash val="solid"/>
            <a:round/>
            <a:headEnd len="sm" w="sm" type="none"/>
            <a:tailEnd len="sm" w="sm" type="none"/>
          </a:ln>
        </p:spPr>
      </p:sp>
      <p:sp>
        <p:nvSpPr>
          <p:cNvPr id="92" name="Google Shape;92;p15"/>
          <p:cNvSpPr/>
          <p:nvPr>
            <p:ph idx="3" type="pic"/>
          </p:nvPr>
        </p:nvSpPr>
        <p:spPr>
          <a:xfrm>
            <a:off x="6255975" y="1391900"/>
            <a:ext cx="2661600" cy="2359500"/>
          </a:xfrm>
          <a:prstGeom prst="rect">
            <a:avLst/>
          </a:prstGeom>
          <a:noFill/>
          <a:ln cap="flat" cmpd="sng" w="9525">
            <a:solidFill>
              <a:schemeClr val="dk1"/>
            </a:solidFill>
            <a:prstDash val="solid"/>
            <a:round/>
            <a:headEnd len="sm" w="sm" type="none"/>
            <a:tailEnd len="sm" w="sm" type="none"/>
          </a:ln>
        </p:spPr>
      </p:sp>
      <p:sp>
        <p:nvSpPr>
          <p:cNvPr id="93" name="Google Shape;93;p15"/>
          <p:cNvSpPr txBox="1"/>
          <p:nvPr>
            <p:ph idx="4"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chart">
  <p:cSld name="SECTION_TITLE_AND_DESCRIPTION">
    <p:spTree>
      <p:nvGrpSpPr>
        <p:cNvPr id="94" name="Shape 94"/>
        <p:cNvGrpSpPr/>
        <p:nvPr/>
      </p:nvGrpSpPr>
      <p:grpSpPr>
        <a:xfrm>
          <a:off x="0" y="0"/>
          <a:ext cx="0" cy="0"/>
          <a:chOff x="0" y="0"/>
          <a:chExt cx="0" cy="0"/>
        </a:xfrm>
      </p:grpSpPr>
      <p:sp>
        <p:nvSpPr>
          <p:cNvPr id="95" name="Google Shape;95;p16"/>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96" name="Google Shape;9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6"/>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 name="Google Shape;98;p16"/>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99" name="Google Shape;99;p16"/>
          <p:cNvSpPr txBox="1"/>
          <p:nvPr>
            <p:ph idx="3"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00" name="Google Shape;100;p16"/>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SECTION_TITLE_AND_DESCRIPTION_1">
    <p:spTree>
      <p:nvGrpSpPr>
        <p:cNvPr id="101" name="Shape 101"/>
        <p:cNvGrpSpPr/>
        <p:nvPr/>
      </p:nvGrpSpPr>
      <p:grpSpPr>
        <a:xfrm>
          <a:off x="0" y="0"/>
          <a:ext cx="0" cy="0"/>
          <a:chOff x="0" y="0"/>
          <a:chExt cx="0" cy="0"/>
        </a:xfrm>
      </p:grpSpPr>
      <p:sp>
        <p:nvSpPr>
          <p:cNvPr id="102" name="Google Shape;102;p17"/>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03" name="Google Shape;10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7"/>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05" name="Google Shape;105;p17"/>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17"/>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SECTION_TITLE_AND_DESCRIPTION_1_1">
    <p:spTree>
      <p:nvGrpSpPr>
        <p:cNvPr id="107" name="Shape 107"/>
        <p:cNvGrpSpPr/>
        <p:nvPr/>
      </p:nvGrpSpPr>
      <p:grpSpPr>
        <a:xfrm>
          <a:off x="0" y="0"/>
          <a:ext cx="0" cy="0"/>
          <a:chOff x="0" y="0"/>
          <a:chExt cx="0" cy="0"/>
        </a:xfrm>
      </p:grpSpPr>
      <p:sp>
        <p:nvSpPr>
          <p:cNvPr id="108" name="Google Shape;108;p18"/>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09" name="Google Shape;109;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18"/>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11" name="Google Shape;111;p18"/>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2" name="Google Shape;112;p18"/>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18"/>
          <p:cNvSpPr txBox="1"/>
          <p:nvPr>
            <p:ph idx="3" type="body"/>
          </p:nvPr>
        </p:nvSpPr>
        <p:spPr>
          <a:xfrm>
            <a:off x="4798500"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2"/>
              </a:buClr>
              <a:buSzPts val="1200"/>
              <a:buChar char="●"/>
              <a:defRPr sz="1200">
                <a:solidFill>
                  <a:schemeClr val="dk2"/>
                </a:solidFill>
              </a:defRPr>
            </a:lvl1pPr>
            <a:lvl2pPr indent="-304800" lvl="1" marL="914400">
              <a:spcBef>
                <a:spcPts val="0"/>
              </a:spcBef>
              <a:spcAft>
                <a:spcPts val="0"/>
              </a:spcAft>
              <a:buClr>
                <a:schemeClr val="dk2"/>
              </a:buClr>
              <a:buSzPts val="1200"/>
              <a:buChar char="○"/>
              <a:defRPr sz="1200">
                <a:solidFill>
                  <a:schemeClr val="dk2"/>
                </a:solidFill>
              </a:defRPr>
            </a:lvl2pPr>
            <a:lvl3pPr indent="-304800" lvl="2" marL="1371600">
              <a:spcBef>
                <a:spcPts val="0"/>
              </a:spcBef>
              <a:spcAft>
                <a:spcPts val="0"/>
              </a:spcAft>
              <a:buClr>
                <a:schemeClr val="dk2"/>
              </a:buClr>
              <a:buSzPts val="1200"/>
              <a:buChar char="■"/>
              <a:defRPr sz="1200">
                <a:solidFill>
                  <a:schemeClr val="dk2"/>
                </a:solidFill>
              </a:defRPr>
            </a:lvl3pPr>
            <a:lvl4pPr indent="-304800" lvl="3" marL="1828800">
              <a:spcBef>
                <a:spcPts val="0"/>
              </a:spcBef>
              <a:spcAft>
                <a:spcPts val="0"/>
              </a:spcAft>
              <a:buClr>
                <a:schemeClr val="dk2"/>
              </a:buClr>
              <a:buSzPts val="1200"/>
              <a:buChar char="●"/>
              <a:defRPr sz="1200">
                <a:solidFill>
                  <a:schemeClr val="dk2"/>
                </a:solidFill>
              </a:defRPr>
            </a:lvl4pPr>
            <a:lvl5pPr indent="-304800" lvl="4" marL="2286000">
              <a:spcBef>
                <a:spcPts val="0"/>
              </a:spcBef>
              <a:spcAft>
                <a:spcPts val="0"/>
              </a:spcAft>
              <a:buClr>
                <a:schemeClr val="dk2"/>
              </a:buClr>
              <a:buSzPts val="1200"/>
              <a:buChar char="○"/>
              <a:defRPr sz="1200">
                <a:solidFill>
                  <a:schemeClr val="dk2"/>
                </a:solidFill>
              </a:defRPr>
            </a:lvl5pPr>
            <a:lvl6pPr indent="-304800" lvl="5" marL="2743200">
              <a:spcBef>
                <a:spcPts val="0"/>
              </a:spcBef>
              <a:spcAft>
                <a:spcPts val="0"/>
              </a:spcAft>
              <a:buClr>
                <a:schemeClr val="dk2"/>
              </a:buClr>
              <a:buSzPts val="1200"/>
              <a:buChar char="■"/>
              <a:defRPr sz="1200">
                <a:solidFill>
                  <a:schemeClr val="dk2"/>
                </a:solidFill>
              </a:defRPr>
            </a:lvl6pPr>
            <a:lvl7pPr indent="-304800" lvl="6" marL="3200400">
              <a:spcBef>
                <a:spcPts val="0"/>
              </a:spcBef>
              <a:spcAft>
                <a:spcPts val="0"/>
              </a:spcAft>
              <a:buClr>
                <a:schemeClr val="dk2"/>
              </a:buClr>
              <a:buSzPts val="1200"/>
              <a:buChar char="●"/>
              <a:defRPr sz="1200">
                <a:solidFill>
                  <a:schemeClr val="dk2"/>
                </a:solidFill>
              </a:defRPr>
            </a:lvl7pPr>
            <a:lvl8pPr indent="-304800" lvl="7" marL="3657600">
              <a:spcBef>
                <a:spcPts val="0"/>
              </a:spcBef>
              <a:spcAft>
                <a:spcPts val="0"/>
              </a:spcAft>
              <a:buClr>
                <a:schemeClr val="dk2"/>
              </a:buClr>
              <a:buSzPts val="1200"/>
              <a:buChar char="○"/>
              <a:defRPr sz="1200">
                <a:solidFill>
                  <a:schemeClr val="dk2"/>
                </a:solidFill>
              </a:defRPr>
            </a:lvl8pPr>
            <a:lvl9pPr indent="-304800" lvl="8" marL="4114800">
              <a:spcBef>
                <a:spcPts val="0"/>
              </a:spcBef>
              <a:spcAft>
                <a:spcPts val="0"/>
              </a:spcAft>
              <a:buClr>
                <a:schemeClr val="dk2"/>
              </a:buClr>
              <a:buSzPts val="1200"/>
              <a:buChar char="■"/>
              <a:defRPr sz="1200">
                <a:solidFill>
                  <a:schemeClr val="dk2"/>
                </a:solidFill>
              </a:defRPr>
            </a:lvl9pPr>
          </a:lstStyle>
          <a:p/>
        </p:txBody>
      </p:sp>
      <p:sp>
        <p:nvSpPr>
          <p:cNvPr id="114" name="Google Shape;114;p18"/>
          <p:cNvSpPr txBox="1"/>
          <p:nvPr>
            <p:ph idx="4" type="subTitle"/>
          </p:nvPr>
        </p:nvSpPr>
        <p:spPr>
          <a:xfrm>
            <a:off x="4798500"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1800"/>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2">
  <p:cSld name="CAPTION_ONLY">
    <p:bg>
      <p:bgPr>
        <a:solidFill>
          <a:schemeClr val="dk1"/>
        </a:solidFill>
      </p:bgPr>
    </p:bg>
    <p:spTree>
      <p:nvGrpSpPr>
        <p:cNvPr id="115" name="Shape 115"/>
        <p:cNvGrpSpPr/>
        <p:nvPr/>
      </p:nvGrpSpPr>
      <p:grpSpPr>
        <a:xfrm>
          <a:off x="0" y="0"/>
          <a:ext cx="0" cy="0"/>
          <a:chOff x="0" y="0"/>
          <a:chExt cx="0" cy="0"/>
        </a:xfrm>
      </p:grpSpPr>
      <p:sp>
        <p:nvSpPr>
          <p:cNvPr id="116" name="Google Shape;116;p19"/>
          <p:cNvSpPr/>
          <p:nvPr/>
        </p:nvSpPr>
        <p:spPr>
          <a:xfrm>
            <a:off x="0"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7" name="Google Shape;117;p19"/>
          <p:cNvSpPr/>
          <p:nvPr>
            <p:ph idx="2" type="pic"/>
          </p:nvPr>
        </p:nvSpPr>
        <p:spPr>
          <a:xfrm>
            <a:off x="0" y="709975"/>
            <a:ext cx="3043800" cy="3346500"/>
          </a:xfrm>
          <a:prstGeom prst="rect">
            <a:avLst/>
          </a:prstGeom>
          <a:noFill/>
          <a:ln>
            <a:noFill/>
          </a:ln>
        </p:spPr>
      </p:sp>
      <p:cxnSp>
        <p:nvCxnSpPr>
          <p:cNvPr id="118" name="Google Shape;118;p19"/>
          <p:cNvCxnSpPr/>
          <p:nvPr/>
        </p:nvCxnSpPr>
        <p:spPr>
          <a:xfrm>
            <a:off x="304852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19"/>
          <p:cNvCxnSpPr/>
          <p:nvPr/>
        </p:nvCxnSpPr>
        <p:spPr>
          <a:xfrm>
            <a:off x="609057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20" name="Google Shape;120;p19"/>
          <p:cNvCxnSpPr/>
          <p:nvPr/>
        </p:nvCxnSpPr>
        <p:spPr>
          <a:xfrm rot="10800000">
            <a:off x="0" y="704725"/>
            <a:ext cx="9152400" cy="0"/>
          </a:xfrm>
          <a:prstGeom prst="straightConnector1">
            <a:avLst/>
          </a:prstGeom>
          <a:noFill/>
          <a:ln cap="flat" cmpd="sng" w="9525">
            <a:solidFill>
              <a:schemeClr val="dk1"/>
            </a:solidFill>
            <a:prstDash val="solid"/>
            <a:round/>
            <a:headEnd len="med" w="med" type="none"/>
            <a:tailEnd len="med" w="med" type="none"/>
          </a:ln>
        </p:spPr>
      </p:cxnSp>
      <p:sp>
        <p:nvSpPr>
          <p:cNvPr id="121" name="Google Shape;121;p19"/>
          <p:cNvSpPr txBox="1"/>
          <p:nvPr>
            <p:ph type="title"/>
          </p:nvPr>
        </p:nvSpPr>
        <p:spPr>
          <a:xfrm>
            <a:off x="161850"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22" name="Google Shape;122;p19"/>
          <p:cNvSpPr txBox="1"/>
          <p:nvPr>
            <p:ph idx="1" type="body"/>
          </p:nvPr>
        </p:nvSpPr>
        <p:spPr>
          <a:xfrm>
            <a:off x="161850"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23" name="Google Shape;123;p19"/>
          <p:cNvSpPr/>
          <p:nvPr/>
        </p:nvSpPr>
        <p:spPr>
          <a:xfrm>
            <a:off x="6095725"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4" name="Google Shape;124;p19"/>
          <p:cNvSpPr/>
          <p:nvPr>
            <p:ph idx="3" type="pic"/>
          </p:nvPr>
        </p:nvSpPr>
        <p:spPr>
          <a:xfrm>
            <a:off x="6095725" y="709975"/>
            <a:ext cx="3043800" cy="3346500"/>
          </a:xfrm>
          <a:prstGeom prst="rect">
            <a:avLst/>
          </a:prstGeom>
          <a:noFill/>
          <a:ln>
            <a:noFill/>
          </a:ln>
        </p:spPr>
      </p:sp>
      <p:sp>
        <p:nvSpPr>
          <p:cNvPr id="125" name="Google Shape;125;p19"/>
          <p:cNvSpPr txBox="1"/>
          <p:nvPr>
            <p:ph idx="4" type="title"/>
          </p:nvPr>
        </p:nvSpPr>
        <p:spPr>
          <a:xfrm>
            <a:off x="6257575"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26" name="Google Shape;126;p19"/>
          <p:cNvSpPr txBox="1"/>
          <p:nvPr>
            <p:ph idx="5" type="body"/>
          </p:nvPr>
        </p:nvSpPr>
        <p:spPr>
          <a:xfrm>
            <a:off x="6257575"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27" name="Google Shape;127;p19"/>
          <p:cNvSpPr/>
          <p:nvPr>
            <p:ph idx="6" type="pic"/>
          </p:nvPr>
        </p:nvSpPr>
        <p:spPr>
          <a:xfrm>
            <a:off x="3053900" y="1794150"/>
            <a:ext cx="3030600" cy="3349200"/>
          </a:xfrm>
          <a:prstGeom prst="rect">
            <a:avLst/>
          </a:prstGeom>
          <a:noFill/>
          <a:ln>
            <a:noFill/>
          </a:ln>
        </p:spPr>
      </p:sp>
      <p:sp>
        <p:nvSpPr>
          <p:cNvPr id="128" name="Google Shape;128;p19"/>
          <p:cNvSpPr/>
          <p:nvPr/>
        </p:nvSpPr>
        <p:spPr>
          <a:xfrm>
            <a:off x="3054250" y="709380"/>
            <a:ext cx="30306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9" name="Google Shape;129;p19"/>
          <p:cNvSpPr txBox="1"/>
          <p:nvPr>
            <p:ph idx="7" type="title"/>
          </p:nvPr>
        </p:nvSpPr>
        <p:spPr>
          <a:xfrm>
            <a:off x="3214545" y="801878"/>
            <a:ext cx="27006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30" name="Google Shape;130;p19"/>
          <p:cNvSpPr txBox="1"/>
          <p:nvPr>
            <p:ph idx="8" type="body"/>
          </p:nvPr>
        </p:nvSpPr>
        <p:spPr>
          <a:xfrm>
            <a:off x="3214545" y="1271620"/>
            <a:ext cx="27006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cxnSp>
        <p:nvCxnSpPr>
          <p:cNvPr id="131" name="Google Shape;131;p19"/>
          <p:cNvCxnSpPr/>
          <p:nvPr/>
        </p:nvCxnSpPr>
        <p:spPr>
          <a:xfrm rot="10800000">
            <a:off x="3049250" y="1791825"/>
            <a:ext cx="3041400" cy="0"/>
          </a:xfrm>
          <a:prstGeom prst="straightConnector1">
            <a:avLst/>
          </a:prstGeom>
          <a:noFill/>
          <a:ln cap="flat" cmpd="sng" w="9525">
            <a:solidFill>
              <a:schemeClr val="dk1"/>
            </a:solidFill>
            <a:prstDash val="solid"/>
            <a:round/>
            <a:headEnd len="med" w="med" type="none"/>
            <a:tailEnd len="med" w="med" type="none"/>
          </a:ln>
        </p:spPr>
      </p:cxnSp>
      <p:cxnSp>
        <p:nvCxnSpPr>
          <p:cNvPr id="132" name="Google Shape;132;p19"/>
          <p:cNvCxnSpPr/>
          <p:nvPr/>
        </p:nvCxnSpPr>
        <p:spPr>
          <a:xfrm rot="10800000">
            <a:off x="0" y="4061975"/>
            <a:ext cx="9152400" cy="0"/>
          </a:xfrm>
          <a:prstGeom prst="straightConnector1">
            <a:avLst/>
          </a:prstGeom>
          <a:noFill/>
          <a:ln cap="flat" cmpd="sng" w="9525">
            <a:solidFill>
              <a:schemeClr val="dk1"/>
            </a:solidFill>
            <a:prstDash val="solid"/>
            <a:round/>
            <a:headEnd len="med" w="med" type="none"/>
            <a:tailEnd len="med" w="med" type="none"/>
          </a:ln>
        </p:spPr>
      </p:cxnSp>
      <p:sp>
        <p:nvSpPr>
          <p:cNvPr id="133" name="Google Shape;133;p19"/>
          <p:cNvSpPr txBox="1"/>
          <p:nvPr>
            <p:ph idx="9" type="title"/>
          </p:nvPr>
        </p:nvSpPr>
        <p:spPr>
          <a:xfrm>
            <a:off x="2497875" y="145800"/>
            <a:ext cx="4791600" cy="4665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with details">
  <p:cSld name="BIG_NUMBER">
    <p:bg>
      <p:bgPr>
        <a:solidFill>
          <a:schemeClr val="lt1"/>
        </a:solidFill>
      </p:bgPr>
    </p:bg>
    <p:spTree>
      <p:nvGrpSpPr>
        <p:cNvPr id="134" name="Shape 134"/>
        <p:cNvGrpSpPr/>
        <p:nvPr/>
      </p:nvGrpSpPr>
      <p:grpSpPr>
        <a:xfrm>
          <a:off x="0" y="0"/>
          <a:ext cx="0" cy="0"/>
          <a:chOff x="0" y="0"/>
          <a:chExt cx="0" cy="0"/>
        </a:xfrm>
      </p:grpSpPr>
      <p:sp>
        <p:nvSpPr>
          <p:cNvPr id="135" name="Google Shape;135;p20"/>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36" name="Google Shape;136;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0"/>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 name="Google Shape;138;p20"/>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39" name="Google Shape;139;p20"/>
          <p:cNvSpPr txBox="1"/>
          <p:nvPr>
            <p:ph idx="3" type="title"/>
          </p:nvPr>
        </p:nvSpPr>
        <p:spPr>
          <a:xfrm>
            <a:off x="4801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2000"/>
              <a:buNone/>
              <a:defRPr sz="2000">
                <a:solidFill>
                  <a:schemeClr val="lt1"/>
                </a:solidFill>
              </a:defRPr>
            </a:lvl1pPr>
            <a:lvl2pPr lvl="1" algn="ctr">
              <a:lnSpc>
                <a:spcPct val="80000"/>
              </a:lnSpc>
              <a:spcBef>
                <a:spcPts val="0"/>
              </a:spcBef>
              <a:spcAft>
                <a:spcPts val="0"/>
              </a:spcAft>
              <a:buClr>
                <a:schemeClr val="lt1"/>
              </a:buClr>
              <a:buSzPts val="2000"/>
              <a:buNone/>
              <a:defRPr sz="2000">
                <a:solidFill>
                  <a:schemeClr val="lt1"/>
                </a:solidFill>
              </a:defRPr>
            </a:lvl2pPr>
            <a:lvl3pPr lvl="2" algn="ctr">
              <a:lnSpc>
                <a:spcPct val="80000"/>
              </a:lnSpc>
              <a:spcBef>
                <a:spcPts val="0"/>
              </a:spcBef>
              <a:spcAft>
                <a:spcPts val="0"/>
              </a:spcAft>
              <a:buClr>
                <a:schemeClr val="lt1"/>
              </a:buClr>
              <a:buSzPts val="2000"/>
              <a:buNone/>
              <a:defRPr sz="2000">
                <a:solidFill>
                  <a:schemeClr val="lt1"/>
                </a:solidFill>
              </a:defRPr>
            </a:lvl3pPr>
            <a:lvl4pPr lvl="3" algn="ctr">
              <a:lnSpc>
                <a:spcPct val="80000"/>
              </a:lnSpc>
              <a:spcBef>
                <a:spcPts val="0"/>
              </a:spcBef>
              <a:spcAft>
                <a:spcPts val="0"/>
              </a:spcAft>
              <a:buClr>
                <a:schemeClr val="lt1"/>
              </a:buClr>
              <a:buSzPts val="2000"/>
              <a:buNone/>
              <a:defRPr sz="2000">
                <a:solidFill>
                  <a:schemeClr val="lt1"/>
                </a:solidFill>
              </a:defRPr>
            </a:lvl4pPr>
            <a:lvl5pPr lvl="4" algn="ctr">
              <a:lnSpc>
                <a:spcPct val="80000"/>
              </a:lnSpc>
              <a:spcBef>
                <a:spcPts val="0"/>
              </a:spcBef>
              <a:spcAft>
                <a:spcPts val="0"/>
              </a:spcAft>
              <a:buClr>
                <a:schemeClr val="lt1"/>
              </a:buClr>
              <a:buSzPts val="2000"/>
              <a:buNone/>
              <a:defRPr sz="2000">
                <a:solidFill>
                  <a:schemeClr val="lt1"/>
                </a:solidFill>
              </a:defRPr>
            </a:lvl5pPr>
            <a:lvl6pPr lvl="5" algn="ctr">
              <a:lnSpc>
                <a:spcPct val="80000"/>
              </a:lnSpc>
              <a:spcBef>
                <a:spcPts val="0"/>
              </a:spcBef>
              <a:spcAft>
                <a:spcPts val="0"/>
              </a:spcAft>
              <a:buClr>
                <a:schemeClr val="lt1"/>
              </a:buClr>
              <a:buSzPts val="2000"/>
              <a:buNone/>
              <a:defRPr sz="2000">
                <a:solidFill>
                  <a:schemeClr val="lt1"/>
                </a:solidFill>
              </a:defRPr>
            </a:lvl6pPr>
            <a:lvl7pPr lvl="6" algn="ctr">
              <a:lnSpc>
                <a:spcPct val="80000"/>
              </a:lnSpc>
              <a:spcBef>
                <a:spcPts val="0"/>
              </a:spcBef>
              <a:spcAft>
                <a:spcPts val="0"/>
              </a:spcAft>
              <a:buClr>
                <a:schemeClr val="lt1"/>
              </a:buClr>
              <a:buSzPts val="2000"/>
              <a:buNone/>
              <a:defRPr sz="2000">
                <a:solidFill>
                  <a:schemeClr val="lt1"/>
                </a:solidFill>
              </a:defRPr>
            </a:lvl7pPr>
            <a:lvl8pPr lvl="7" algn="ctr">
              <a:lnSpc>
                <a:spcPct val="80000"/>
              </a:lnSpc>
              <a:spcBef>
                <a:spcPts val="0"/>
              </a:spcBef>
              <a:spcAft>
                <a:spcPts val="0"/>
              </a:spcAft>
              <a:buClr>
                <a:schemeClr val="lt1"/>
              </a:buClr>
              <a:buSzPts val="2000"/>
              <a:buNone/>
              <a:defRPr sz="2000">
                <a:solidFill>
                  <a:schemeClr val="lt1"/>
                </a:solidFill>
              </a:defRPr>
            </a:lvl8pPr>
            <a:lvl9pPr lvl="8" algn="ctr">
              <a:lnSpc>
                <a:spcPct val="80000"/>
              </a:lnSpc>
              <a:spcBef>
                <a:spcPts val="0"/>
              </a:spcBef>
              <a:spcAft>
                <a:spcPts val="0"/>
              </a:spcAft>
              <a:buClr>
                <a:schemeClr val="lt1"/>
              </a:buClr>
              <a:buSzPts val="2000"/>
              <a:buNone/>
              <a:defRPr sz="2000">
                <a:solidFill>
                  <a:schemeClr val="lt1"/>
                </a:solidFill>
              </a:defRPr>
            </a:lvl9pPr>
          </a:lstStyle>
          <a:p/>
        </p:txBody>
      </p:sp>
      <p:sp>
        <p:nvSpPr>
          <p:cNvPr id="140" name="Google Shape;140;p20"/>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41" name="Google Shape;141;p20"/>
          <p:cNvSpPr txBox="1"/>
          <p:nvPr>
            <p:ph idx="4" type="title"/>
          </p:nvPr>
        </p:nvSpPr>
        <p:spPr>
          <a:xfrm>
            <a:off x="4801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1000"/>
              <a:buNone/>
              <a:defRPr sz="1000">
                <a:solidFill>
                  <a:schemeClr val="lt1"/>
                </a:solidFill>
              </a:defRPr>
            </a:lvl1pPr>
            <a:lvl2pPr lvl="1" algn="ctr">
              <a:lnSpc>
                <a:spcPct val="80000"/>
              </a:lnSpc>
              <a:spcBef>
                <a:spcPts val="0"/>
              </a:spcBef>
              <a:spcAft>
                <a:spcPts val="0"/>
              </a:spcAft>
              <a:buClr>
                <a:schemeClr val="lt1"/>
              </a:buClr>
              <a:buSzPts val="1000"/>
              <a:buNone/>
              <a:defRPr sz="1000">
                <a:solidFill>
                  <a:schemeClr val="lt1"/>
                </a:solidFill>
              </a:defRPr>
            </a:lvl2pPr>
            <a:lvl3pPr lvl="2" algn="ctr">
              <a:lnSpc>
                <a:spcPct val="80000"/>
              </a:lnSpc>
              <a:spcBef>
                <a:spcPts val="0"/>
              </a:spcBef>
              <a:spcAft>
                <a:spcPts val="0"/>
              </a:spcAft>
              <a:buClr>
                <a:schemeClr val="lt1"/>
              </a:buClr>
              <a:buSzPts val="1000"/>
              <a:buNone/>
              <a:defRPr sz="1000">
                <a:solidFill>
                  <a:schemeClr val="lt1"/>
                </a:solidFill>
              </a:defRPr>
            </a:lvl3pPr>
            <a:lvl4pPr lvl="3" algn="ctr">
              <a:lnSpc>
                <a:spcPct val="80000"/>
              </a:lnSpc>
              <a:spcBef>
                <a:spcPts val="0"/>
              </a:spcBef>
              <a:spcAft>
                <a:spcPts val="0"/>
              </a:spcAft>
              <a:buClr>
                <a:schemeClr val="lt1"/>
              </a:buClr>
              <a:buSzPts val="1000"/>
              <a:buNone/>
              <a:defRPr sz="1000">
                <a:solidFill>
                  <a:schemeClr val="lt1"/>
                </a:solidFill>
              </a:defRPr>
            </a:lvl4pPr>
            <a:lvl5pPr lvl="4" algn="ctr">
              <a:lnSpc>
                <a:spcPct val="80000"/>
              </a:lnSpc>
              <a:spcBef>
                <a:spcPts val="0"/>
              </a:spcBef>
              <a:spcAft>
                <a:spcPts val="0"/>
              </a:spcAft>
              <a:buClr>
                <a:schemeClr val="lt1"/>
              </a:buClr>
              <a:buSzPts val="1000"/>
              <a:buNone/>
              <a:defRPr sz="1000">
                <a:solidFill>
                  <a:schemeClr val="lt1"/>
                </a:solidFill>
              </a:defRPr>
            </a:lvl5pPr>
            <a:lvl6pPr lvl="5" algn="ctr">
              <a:lnSpc>
                <a:spcPct val="80000"/>
              </a:lnSpc>
              <a:spcBef>
                <a:spcPts val="0"/>
              </a:spcBef>
              <a:spcAft>
                <a:spcPts val="0"/>
              </a:spcAft>
              <a:buClr>
                <a:schemeClr val="lt1"/>
              </a:buClr>
              <a:buSzPts val="1000"/>
              <a:buNone/>
              <a:defRPr sz="1000">
                <a:solidFill>
                  <a:schemeClr val="lt1"/>
                </a:solidFill>
              </a:defRPr>
            </a:lvl6pPr>
            <a:lvl7pPr lvl="6" algn="ctr">
              <a:lnSpc>
                <a:spcPct val="80000"/>
              </a:lnSpc>
              <a:spcBef>
                <a:spcPts val="0"/>
              </a:spcBef>
              <a:spcAft>
                <a:spcPts val="0"/>
              </a:spcAft>
              <a:buClr>
                <a:schemeClr val="lt1"/>
              </a:buClr>
              <a:buSzPts val="1000"/>
              <a:buNone/>
              <a:defRPr sz="1000">
                <a:solidFill>
                  <a:schemeClr val="lt1"/>
                </a:solidFill>
              </a:defRPr>
            </a:lvl7pPr>
            <a:lvl8pPr lvl="7" algn="ctr">
              <a:lnSpc>
                <a:spcPct val="80000"/>
              </a:lnSpc>
              <a:spcBef>
                <a:spcPts val="0"/>
              </a:spcBef>
              <a:spcAft>
                <a:spcPts val="0"/>
              </a:spcAft>
              <a:buClr>
                <a:schemeClr val="lt1"/>
              </a:buClr>
              <a:buSzPts val="1000"/>
              <a:buNone/>
              <a:defRPr sz="1000">
                <a:solidFill>
                  <a:schemeClr val="lt1"/>
                </a:solidFill>
              </a:defRPr>
            </a:lvl8pPr>
            <a:lvl9pPr lvl="8" algn="ctr">
              <a:lnSpc>
                <a:spcPct val="80000"/>
              </a:lnSpc>
              <a:spcBef>
                <a:spcPts val="0"/>
              </a:spcBef>
              <a:spcAft>
                <a:spcPts val="0"/>
              </a:spcAft>
              <a:buClr>
                <a:schemeClr val="lt1"/>
              </a:buClr>
              <a:buSzPts val="1000"/>
              <a:buNone/>
              <a:defRPr sz="1000">
                <a:solidFill>
                  <a:schemeClr val="lt1"/>
                </a:solidFill>
              </a:defRPr>
            </a:lvl9pPr>
          </a:lstStyle>
          <a:p/>
        </p:txBody>
      </p:sp>
      <p:sp>
        <p:nvSpPr>
          <p:cNvPr id="142" name="Google Shape;142;p20"/>
          <p:cNvSpPr txBox="1"/>
          <p:nvPr>
            <p:ph idx="5" type="title"/>
          </p:nvPr>
        </p:nvSpPr>
        <p:spPr>
          <a:xfrm>
            <a:off x="229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143" name="Google Shape;143;p20"/>
          <p:cNvSpPr txBox="1"/>
          <p:nvPr>
            <p:ph idx="6"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
        <p:nvSpPr>
          <p:cNvPr id="144" name="Google Shape;144;p20"/>
          <p:cNvSpPr txBox="1"/>
          <p:nvPr>
            <p:ph idx="7" type="title"/>
          </p:nvPr>
        </p:nvSpPr>
        <p:spPr>
          <a:xfrm>
            <a:off x="229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1000"/>
              <a:buNone/>
              <a:defRPr sz="1000"/>
            </a:lvl1pPr>
            <a:lvl2pPr lvl="1" algn="ctr">
              <a:lnSpc>
                <a:spcPct val="80000"/>
              </a:lnSpc>
              <a:spcBef>
                <a:spcPts val="0"/>
              </a:spcBef>
              <a:spcAft>
                <a:spcPts val="0"/>
              </a:spcAft>
              <a:buSzPts val="1000"/>
              <a:buNone/>
              <a:defRPr sz="1000"/>
            </a:lvl2pPr>
            <a:lvl3pPr lvl="2" algn="ctr">
              <a:lnSpc>
                <a:spcPct val="80000"/>
              </a:lnSpc>
              <a:spcBef>
                <a:spcPts val="0"/>
              </a:spcBef>
              <a:spcAft>
                <a:spcPts val="0"/>
              </a:spcAft>
              <a:buSzPts val="1000"/>
              <a:buNone/>
              <a:defRPr sz="1000"/>
            </a:lvl3pPr>
            <a:lvl4pPr lvl="3" algn="ctr">
              <a:lnSpc>
                <a:spcPct val="80000"/>
              </a:lnSpc>
              <a:spcBef>
                <a:spcPts val="0"/>
              </a:spcBef>
              <a:spcAft>
                <a:spcPts val="0"/>
              </a:spcAft>
              <a:buSzPts val="1000"/>
              <a:buNone/>
              <a:defRPr sz="1000"/>
            </a:lvl4pPr>
            <a:lvl5pPr lvl="4" algn="ctr">
              <a:lnSpc>
                <a:spcPct val="80000"/>
              </a:lnSpc>
              <a:spcBef>
                <a:spcPts val="0"/>
              </a:spcBef>
              <a:spcAft>
                <a:spcPts val="0"/>
              </a:spcAft>
              <a:buSzPts val="1000"/>
              <a:buNone/>
              <a:defRPr sz="1000"/>
            </a:lvl5pPr>
            <a:lvl6pPr lvl="5" algn="ctr">
              <a:lnSpc>
                <a:spcPct val="80000"/>
              </a:lnSpc>
              <a:spcBef>
                <a:spcPts val="0"/>
              </a:spcBef>
              <a:spcAft>
                <a:spcPts val="0"/>
              </a:spcAft>
              <a:buSzPts val="1000"/>
              <a:buNone/>
              <a:defRPr sz="1000"/>
            </a:lvl6pPr>
            <a:lvl7pPr lvl="6" algn="ctr">
              <a:lnSpc>
                <a:spcPct val="80000"/>
              </a:lnSpc>
              <a:spcBef>
                <a:spcPts val="0"/>
              </a:spcBef>
              <a:spcAft>
                <a:spcPts val="0"/>
              </a:spcAft>
              <a:buSzPts val="1000"/>
              <a:buNone/>
              <a:defRPr sz="1000"/>
            </a:lvl7pPr>
            <a:lvl8pPr lvl="7" algn="ctr">
              <a:lnSpc>
                <a:spcPct val="80000"/>
              </a:lnSpc>
              <a:spcBef>
                <a:spcPts val="0"/>
              </a:spcBef>
              <a:spcAft>
                <a:spcPts val="0"/>
              </a:spcAft>
              <a:buSzPts val="1000"/>
              <a:buNone/>
              <a:defRPr sz="1000"/>
            </a:lvl8pPr>
            <a:lvl9pPr lvl="8" algn="ctr">
              <a:lnSpc>
                <a:spcPct val="80000"/>
              </a:lnSpc>
              <a:spcBef>
                <a:spcPts val="0"/>
              </a:spcBef>
              <a:spcAft>
                <a:spcPts val="0"/>
              </a:spcAft>
              <a:buSzPts val="1000"/>
              <a:buNone/>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BIG_NUMBER_1">
    <p:bg>
      <p:bgPr>
        <a:solidFill>
          <a:schemeClr val="lt1"/>
        </a:solidFill>
      </p:bgPr>
    </p:bg>
    <p:spTree>
      <p:nvGrpSpPr>
        <p:cNvPr id="145" name="Shape 145"/>
        <p:cNvGrpSpPr/>
        <p:nvPr/>
      </p:nvGrpSpPr>
      <p:grpSpPr>
        <a:xfrm>
          <a:off x="0" y="0"/>
          <a:ext cx="0" cy="0"/>
          <a:chOff x="0" y="0"/>
          <a:chExt cx="0" cy="0"/>
        </a:xfrm>
      </p:grpSpPr>
      <p:sp>
        <p:nvSpPr>
          <p:cNvPr id="146" name="Google Shape;146;p21"/>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47" name="Google Shape;147;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1"/>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49" name="Google Shape;149;p21"/>
          <p:cNvSpPr txBox="1"/>
          <p:nvPr>
            <p:ph type="title"/>
          </p:nvPr>
        </p:nvSpPr>
        <p:spPr>
          <a:xfrm>
            <a:off x="229800" y="8956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150" name="Google Shape;150;p21"/>
          <p:cNvSpPr txBox="1"/>
          <p:nvPr>
            <p:ph idx="2"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
    <p:spTree>
      <p:nvGrpSpPr>
        <p:cNvPr id="151" name="Shape 151"/>
        <p:cNvGrpSpPr/>
        <p:nvPr/>
      </p:nvGrpSpPr>
      <p:grpSpPr>
        <a:xfrm>
          <a:off x="0" y="0"/>
          <a:ext cx="0" cy="0"/>
          <a:chOff x="0" y="0"/>
          <a:chExt cx="0" cy="0"/>
        </a:xfrm>
      </p:grpSpPr>
      <p:sp>
        <p:nvSpPr>
          <p:cNvPr id="152" name="Google Shape;152;p22"/>
          <p:cNvSpPr txBox="1"/>
          <p:nvPr>
            <p:ph type="title"/>
          </p:nvPr>
        </p:nvSpPr>
        <p:spPr>
          <a:xfrm>
            <a:off x="285750" y="1555350"/>
            <a:ext cx="7291500" cy="3422400"/>
          </a:xfrm>
          <a:prstGeom prst="rect">
            <a:avLst/>
          </a:prstGeom>
        </p:spPr>
        <p:txBody>
          <a:bodyPr anchorCtr="0" anchor="t" bIns="91425" lIns="91425" spcFirstLastPara="1" rIns="91425" wrap="square" tIns="91425">
            <a:normAutofit/>
          </a:bodyPr>
          <a:lstStyle>
            <a:lvl1pPr lvl="0">
              <a:lnSpc>
                <a:spcPct val="90000"/>
              </a:lnSpc>
              <a:spcBef>
                <a:spcPts val="0"/>
              </a:spcBef>
              <a:spcAft>
                <a:spcPts val="0"/>
              </a:spcAft>
              <a:buSzPts val="30000"/>
              <a:buNone/>
              <a:defRPr sz="30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3" name="Google Shape;153;p22"/>
          <p:cNvSpPr txBox="1"/>
          <p:nvPr>
            <p:ph idx="1" type="body"/>
          </p:nvPr>
        </p:nvSpPr>
        <p:spPr>
          <a:xfrm>
            <a:off x="7256675" y="1827175"/>
            <a:ext cx="1767600" cy="238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Roboto Mono"/>
              <a:buChar char="●"/>
              <a:defRPr b="1" sz="1000">
                <a:latin typeface="Roboto Mono"/>
                <a:ea typeface="Roboto Mono"/>
                <a:cs typeface="Roboto Mono"/>
                <a:sym typeface="Roboto Mono"/>
              </a:defRPr>
            </a:lvl1pPr>
            <a:lvl2pPr indent="-292100" lvl="1" marL="914400">
              <a:spcBef>
                <a:spcPts val="0"/>
              </a:spcBef>
              <a:spcAft>
                <a:spcPts val="0"/>
              </a:spcAft>
              <a:buSzPts val="1000"/>
              <a:buFont typeface="Roboto Mono"/>
              <a:buChar char="○"/>
              <a:defRPr b="1" sz="1000">
                <a:latin typeface="Roboto Mono"/>
                <a:ea typeface="Roboto Mono"/>
                <a:cs typeface="Roboto Mono"/>
                <a:sym typeface="Roboto Mono"/>
              </a:defRPr>
            </a:lvl2pPr>
            <a:lvl3pPr indent="-292100" lvl="2" marL="1371600">
              <a:spcBef>
                <a:spcPts val="0"/>
              </a:spcBef>
              <a:spcAft>
                <a:spcPts val="0"/>
              </a:spcAft>
              <a:buSzPts val="1000"/>
              <a:buFont typeface="Roboto Mono"/>
              <a:buChar char="■"/>
              <a:defRPr b="1" sz="1000">
                <a:latin typeface="Roboto Mono"/>
                <a:ea typeface="Roboto Mono"/>
                <a:cs typeface="Roboto Mono"/>
                <a:sym typeface="Roboto Mono"/>
              </a:defRPr>
            </a:lvl3pPr>
            <a:lvl4pPr indent="-292100" lvl="3" marL="1828800">
              <a:spcBef>
                <a:spcPts val="0"/>
              </a:spcBef>
              <a:spcAft>
                <a:spcPts val="0"/>
              </a:spcAft>
              <a:buSzPts val="1000"/>
              <a:buFont typeface="Roboto Mono"/>
              <a:buChar char="●"/>
              <a:defRPr b="1" sz="1000">
                <a:latin typeface="Roboto Mono"/>
                <a:ea typeface="Roboto Mono"/>
                <a:cs typeface="Roboto Mono"/>
                <a:sym typeface="Roboto Mono"/>
              </a:defRPr>
            </a:lvl4pPr>
            <a:lvl5pPr indent="-292100" lvl="4" marL="2286000">
              <a:spcBef>
                <a:spcPts val="0"/>
              </a:spcBef>
              <a:spcAft>
                <a:spcPts val="0"/>
              </a:spcAft>
              <a:buSzPts val="1000"/>
              <a:buFont typeface="Roboto Mono"/>
              <a:buChar char="○"/>
              <a:defRPr b="1" sz="1000">
                <a:latin typeface="Roboto Mono"/>
                <a:ea typeface="Roboto Mono"/>
                <a:cs typeface="Roboto Mono"/>
                <a:sym typeface="Roboto Mono"/>
              </a:defRPr>
            </a:lvl5pPr>
            <a:lvl6pPr indent="-292100" lvl="5" marL="2743200">
              <a:spcBef>
                <a:spcPts val="0"/>
              </a:spcBef>
              <a:spcAft>
                <a:spcPts val="0"/>
              </a:spcAft>
              <a:buSzPts val="1000"/>
              <a:buFont typeface="Roboto Mono"/>
              <a:buChar char="■"/>
              <a:defRPr b="1" sz="1000">
                <a:latin typeface="Roboto Mono"/>
                <a:ea typeface="Roboto Mono"/>
                <a:cs typeface="Roboto Mono"/>
                <a:sym typeface="Roboto Mono"/>
              </a:defRPr>
            </a:lvl6pPr>
            <a:lvl7pPr indent="-292100" lvl="6" marL="3200400">
              <a:spcBef>
                <a:spcPts val="0"/>
              </a:spcBef>
              <a:spcAft>
                <a:spcPts val="0"/>
              </a:spcAft>
              <a:buSzPts val="1000"/>
              <a:buFont typeface="Roboto Mono"/>
              <a:buChar char="●"/>
              <a:defRPr b="1" sz="1000">
                <a:latin typeface="Roboto Mono"/>
                <a:ea typeface="Roboto Mono"/>
                <a:cs typeface="Roboto Mono"/>
                <a:sym typeface="Roboto Mono"/>
              </a:defRPr>
            </a:lvl7pPr>
            <a:lvl8pPr indent="-292100" lvl="7" marL="3657600">
              <a:spcBef>
                <a:spcPts val="0"/>
              </a:spcBef>
              <a:spcAft>
                <a:spcPts val="0"/>
              </a:spcAft>
              <a:buSzPts val="1000"/>
              <a:buFont typeface="Roboto Mono"/>
              <a:buChar char="○"/>
              <a:defRPr b="1" sz="1000">
                <a:latin typeface="Roboto Mono"/>
                <a:ea typeface="Roboto Mono"/>
                <a:cs typeface="Roboto Mono"/>
                <a:sym typeface="Roboto Mono"/>
              </a:defRPr>
            </a:lvl8pPr>
            <a:lvl9pPr indent="-292100" lvl="8" marL="4114800">
              <a:spcBef>
                <a:spcPts val="0"/>
              </a:spcBef>
              <a:spcAft>
                <a:spcPts val="0"/>
              </a:spcAft>
              <a:buSzPts val="1000"/>
              <a:buFont typeface="Roboto Mono"/>
              <a:buChar char="■"/>
              <a:defRPr b="1" sz="1000">
                <a:latin typeface="Roboto Mono"/>
                <a:ea typeface="Roboto Mono"/>
                <a:cs typeface="Roboto Mono"/>
                <a:sym typeface="Roboto Mon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bg>
      <p:bgPr>
        <a:solidFill>
          <a:schemeClr val="dk1"/>
        </a:solidFill>
      </p:bgPr>
    </p:bg>
    <p:spTree>
      <p:nvGrpSpPr>
        <p:cNvPr id="154" name="Shape 154"/>
        <p:cNvGrpSpPr/>
        <p:nvPr/>
      </p:nvGrpSpPr>
      <p:grpSpPr>
        <a:xfrm>
          <a:off x="0" y="0"/>
          <a:ext cx="0" cy="0"/>
          <a:chOff x="0" y="0"/>
          <a:chExt cx="0" cy="0"/>
        </a:xfrm>
      </p:grpSpPr>
      <p:sp>
        <p:nvSpPr>
          <p:cNvPr id="155" name="Google Shape;155;p23"/>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56" name="Google Shape;156;p23"/>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57" name="Google Shape;157;p23"/>
          <p:cNvSpPr txBox="1"/>
          <p:nvPr>
            <p:ph idx="1" type="body"/>
          </p:nvPr>
        </p:nvSpPr>
        <p:spPr>
          <a:xfrm>
            <a:off x="226525" y="1850026"/>
            <a:ext cx="8673000" cy="1931100"/>
          </a:xfrm>
          <a:prstGeom prst="rect">
            <a:avLst/>
          </a:prstGeom>
        </p:spPr>
        <p:txBody>
          <a:bodyPr anchorCtr="0" anchor="t" bIns="91425" lIns="91425" spcFirstLastPara="1" rIns="91425" wrap="square" tIns="91425">
            <a:no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158" name="Google Shape;158;p23"/>
          <p:cNvSpPr txBox="1"/>
          <p:nvPr/>
        </p:nvSpPr>
        <p:spPr>
          <a:xfrm>
            <a:off x="48250" y="482279"/>
            <a:ext cx="1647300" cy="80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0">
                <a:solidFill>
                  <a:schemeClr val="lt1"/>
                </a:solidFill>
                <a:latin typeface="Inter"/>
                <a:ea typeface="Inter"/>
                <a:cs typeface="Inter"/>
                <a:sym typeface="Inter"/>
              </a:rPr>
              <a:t>“</a:t>
            </a:r>
            <a:endParaRPr b="1" sz="20000">
              <a:solidFill>
                <a:schemeClr val="lt1"/>
              </a:solidFill>
              <a:latin typeface="Inter"/>
              <a:ea typeface="Inter"/>
              <a:cs typeface="Inter"/>
              <a:sym typeface="Inte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p:cSld name="CUSTOM_1_1">
    <p:bg>
      <p:bgPr>
        <a:solidFill>
          <a:schemeClr val="dk1"/>
        </a:solidFill>
      </p:bgPr>
    </p:bg>
    <p:spTree>
      <p:nvGrpSpPr>
        <p:cNvPr id="159" name="Shape 159"/>
        <p:cNvGrpSpPr/>
        <p:nvPr/>
      </p:nvGrpSpPr>
      <p:grpSpPr>
        <a:xfrm>
          <a:off x="0" y="0"/>
          <a:ext cx="0" cy="0"/>
          <a:chOff x="0" y="0"/>
          <a:chExt cx="0" cy="0"/>
        </a:xfrm>
      </p:grpSpPr>
      <p:sp>
        <p:nvSpPr>
          <p:cNvPr id="160" name="Google Shape;160;p24"/>
          <p:cNvSpPr/>
          <p:nvPr>
            <p:ph idx="2" type="pic"/>
          </p:nvPr>
        </p:nvSpPr>
        <p:spPr>
          <a:xfrm>
            <a:off x="338100" y="480450"/>
            <a:ext cx="3785400" cy="4438800"/>
          </a:xfrm>
          <a:prstGeom prst="rect">
            <a:avLst/>
          </a:prstGeom>
          <a:noFill/>
          <a:ln cap="flat" cmpd="sng" w="9525">
            <a:solidFill>
              <a:schemeClr val="lt1"/>
            </a:solidFill>
            <a:prstDash val="solid"/>
            <a:round/>
            <a:headEnd len="sm" w="sm" type="none"/>
            <a:tailEnd len="sm" w="sm" type="none"/>
          </a:ln>
        </p:spPr>
      </p:sp>
      <p:sp>
        <p:nvSpPr>
          <p:cNvPr id="161" name="Google Shape;161;p24"/>
          <p:cNvSpPr txBox="1"/>
          <p:nvPr>
            <p:ph idx="1" type="body"/>
          </p:nvPr>
        </p:nvSpPr>
        <p:spPr>
          <a:xfrm>
            <a:off x="4355225" y="3379725"/>
            <a:ext cx="4512900" cy="1557000"/>
          </a:xfrm>
          <a:prstGeom prst="rect">
            <a:avLst/>
          </a:prstGeom>
        </p:spPr>
        <p:txBody>
          <a:bodyPr anchorCtr="0" anchor="b" bIns="91425" lIns="91425" spcFirstLastPara="1" rIns="91425" wrap="square" tIns="91425">
            <a:noAutofit/>
          </a:bodyPr>
          <a:lstStyle>
            <a:lvl1pPr indent="-355600" lvl="0" marL="457200">
              <a:lnSpc>
                <a:spcPct val="90000"/>
              </a:lnSpc>
              <a:spcBef>
                <a:spcPts val="0"/>
              </a:spcBef>
              <a:spcAft>
                <a:spcPts val="0"/>
              </a:spcAft>
              <a:buClr>
                <a:schemeClr val="lt1"/>
              </a:buClr>
              <a:buSzPts val="2000"/>
              <a:buChar char="●"/>
              <a:defRPr sz="2000">
                <a:solidFill>
                  <a:schemeClr val="lt1"/>
                </a:solidFill>
              </a:defRPr>
            </a:lvl1pPr>
            <a:lvl2pPr indent="-355600" lvl="1" marL="914400">
              <a:lnSpc>
                <a:spcPct val="90000"/>
              </a:lnSpc>
              <a:spcBef>
                <a:spcPts val="0"/>
              </a:spcBef>
              <a:spcAft>
                <a:spcPts val="0"/>
              </a:spcAft>
              <a:buClr>
                <a:schemeClr val="lt1"/>
              </a:buClr>
              <a:buSzPts val="2000"/>
              <a:buChar char="○"/>
              <a:defRPr sz="2000">
                <a:solidFill>
                  <a:schemeClr val="lt1"/>
                </a:solidFill>
              </a:defRPr>
            </a:lvl2pPr>
            <a:lvl3pPr indent="-355600" lvl="2" marL="1371600">
              <a:lnSpc>
                <a:spcPct val="90000"/>
              </a:lnSpc>
              <a:spcBef>
                <a:spcPts val="0"/>
              </a:spcBef>
              <a:spcAft>
                <a:spcPts val="0"/>
              </a:spcAft>
              <a:buClr>
                <a:schemeClr val="lt1"/>
              </a:buClr>
              <a:buSzPts val="2000"/>
              <a:buChar char="■"/>
              <a:defRPr sz="2000">
                <a:solidFill>
                  <a:schemeClr val="lt1"/>
                </a:solidFill>
              </a:defRPr>
            </a:lvl3pPr>
            <a:lvl4pPr indent="-355600" lvl="3" marL="1828800">
              <a:lnSpc>
                <a:spcPct val="90000"/>
              </a:lnSpc>
              <a:spcBef>
                <a:spcPts val="0"/>
              </a:spcBef>
              <a:spcAft>
                <a:spcPts val="0"/>
              </a:spcAft>
              <a:buClr>
                <a:schemeClr val="lt1"/>
              </a:buClr>
              <a:buSzPts val="2000"/>
              <a:buChar char="●"/>
              <a:defRPr sz="2000">
                <a:solidFill>
                  <a:schemeClr val="lt1"/>
                </a:solidFill>
              </a:defRPr>
            </a:lvl4pPr>
            <a:lvl5pPr indent="-355600" lvl="4" marL="2286000">
              <a:lnSpc>
                <a:spcPct val="90000"/>
              </a:lnSpc>
              <a:spcBef>
                <a:spcPts val="0"/>
              </a:spcBef>
              <a:spcAft>
                <a:spcPts val="0"/>
              </a:spcAft>
              <a:buClr>
                <a:schemeClr val="lt1"/>
              </a:buClr>
              <a:buSzPts val="2000"/>
              <a:buChar char="○"/>
              <a:defRPr sz="2000">
                <a:solidFill>
                  <a:schemeClr val="lt1"/>
                </a:solidFill>
              </a:defRPr>
            </a:lvl5pPr>
            <a:lvl6pPr indent="-355600" lvl="5" marL="2743200">
              <a:lnSpc>
                <a:spcPct val="90000"/>
              </a:lnSpc>
              <a:spcBef>
                <a:spcPts val="0"/>
              </a:spcBef>
              <a:spcAft>
                <a:spcPts val="0"/>
              </a:spcAft>
              <a:buClr>
                <a:schemeClr val="lt1"/>
              </a:buClr>
              <a:buSzPts val="2000"/>
              <a:buChar char="■"/>
              <a:defRPr sz="2000">
                <a:solidFill>
                  <a:schemeClr val="lt1"/>
                </a:solidFill>
              </a:defRPr>
            </a:lvl6pPr>
            <a:lvl7pPr indent="-355600" lvl="6" marL="3200400">
              <a:lnSpc>
                <a:spcPct val="90000"/>
              </a:lnSpc>
              <a:spcBef>
                <a:spcPts val="0"/>
              </a:spcBef>
              <a:spcAft>
                <a:spcPts val="0"/>
              </a:spcAft>
              <a:buClr>
                <a:schemeClr val="lt1"/>
              </a:buClr>
              <a:buSzPts val="2000"/>
              <a:buChar char="●"/>
              <a:defRPr sz="2000">
                <a:solidFill>
                  <a:schemeClr val="lt1"/>
                </a:solidFill>
              </a:defRPr>
            </a:lvl7pPr>
            <a:lvl8pPr indent="-355600" lvl="7" marL="3657600">
              <a:lnSpc>
                <a:spcPct val="90000"/>
              </a:lnSpc>
              <a:spcBef>
                <a:spcPts val="0"/>
              </a:spcBef>
              <a:spcAft>
                <a:spcPts val="0"/>
              </a:spcAft>
              <a:buClr>
                <a:schemeClr val="lt1"/>
              </a:buClr>
              <a:buSzPts val="2000"/>
              <a:buChar char="○"/>
              <a:defRPr sz="2000">
                <a:solidFill>
                  <a:schemeClr val="lt1"/>
                </a:solidFill>
              </a:defRPr>
            </a:lvl8pPr>
            <a:lvl9pPr indent="-355600" lvl="8" marL="4114800">
              <a:lnSpc>
                <a:spcPct val="90000"/>
              </a:lnSpc>
              <a:spcBef>
                <a:spcPts val="0"/>
              </a:spcBef>
              <a:spcAft>
                <a:spcPts val="0"/>
              </a:spcAft>
              <a:buClr>
                <a:schemeClr val="lt1"/>
              </a:buClr>
              <a:buSzPts val="2000"/>
              <a:buChar char="■"/>
              <a:defRPr sz="2000">
                <a:solidFill>
                  <a:schemeClr val="l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and image">
  <p:cSld name="CUSTOM_2">
    <p:spTree>
      <p:nvGrpSpPr>
        <p:cNvPr id="162" name="Shape 162"/>
        <p:cNvGrpSpPr/>
        <p:nvPr/>
      </p:nvGrpSpPr>
      <p:grpSpPr>
        <a:xfrm>
          <a:off x="0" y="0"/>
          <a:ext cx="0" cy="0"/>
          <a:chOff x="0" y="0"/>
          <a:chExt cx="0" cy="0"/>
        </a:xfrm>
      </p:grpSpPr>
      <p:sp>
        <p:nvSpPr>
          <p:cNvPr id="163" name="Google Shape;163;p25"/>
          <p:cNvSpPr/>
          <p:nvPr>
            <p:ph idx="2" type="pic"/>
          </p:nvPr>
        </p:nvSpPr>
        <p:spPr>
          <a:xfrm>
            <a:off x="226500" y="2357750"/>
            <a:ext cx="8691000" cy="2559300"/>
          </a:xfrm>
          <a:prstGeom prst="rect">
            <a:avLst/>
          </a:prstGeom>
          <a:noFill/>
          <a:ln cap="flat" cmpd="sng" w="9525">
            <a:solidFill>
              <a:schemeClr val="dk1"/>
            </a:solidFill>
            <a:prstDash val="solid"/>
            <a:round/>
            <a:headEnd len="sm" w="sm" type="none"/>
            <a:tailEnd len="sm" w="sm" type="none"/>
          </a:ln>
        </p:spPr>
      </p:sp>
      <p:sp>
        <p:nvSpPr>
          <p:cNvPr id="164" name="Google Shape;164;p2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5" name="Google Shape;165;p25"/>
          <p:cNvSpPr txBox="1"/>
          <p:nvPr>
            <p:ph idx="3"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166" name="Google Shape;166;p25"/>
          <p:cNvSpPr txBox="1"/>
          <p:nvPr>
            <p:ph idx="1" type="subTitle"/>
          </p:nvPr>
        </p:nvSpPr>
        <p:spPr>
          <a:xfrm>
            <a:off x="226525" y="700225"/>
            <a:ext cx="2157900" cy="15759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11200"/>
              <a:buNone/>
              <a:defRPr b="1" sz="1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25"/>
          <p:cNvSpPr txBox="1"/>
          <p:nvPr>
            <p:ph idx="4" type="body"/>
          </p:nvPr>
        </p:nvSpPr>
        <p:spPr>
          <a:xfrm>
            <a:off x="2492925" y="700283"/>
            <a:ext cx="6424500" cy="1575900"/>
          </a:xfrm>
          <a:prstGeom prst="rect">
            <a:avLst/>
          </a:prstGeom>
        </p:spPr>
        <p:txBody>
          <a:bodyPr anchorCtr="0" anchor="ctr" bIns="91425" lIns="91425" spcFirstLastPara="1" rIns="91425" wrap="square" tIns="91425">
            <a:noAutofit/>
          </a:bodyPr>
          <a:lstStyle>
            <a:lvl1pPr indent="-355600" lvl="0" marL="457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1pPr>
            <a:lvl2pPr indent="-355600" lvl="1" marL="914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2pPr>
            <a:lvl3pPr indent="-355600" lvl="2" marL="1371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3pPr>
            <a:lvl4pPr indent="-355600" lvl="3" marL="1828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4pPr>
            <a:lvl5pPr indent="-355600" lvl="4" marL="22860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5pPr>
            <a:lvl6pPr indent="-355600" lvl="5" marL="2743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6pPr>
            <a:lvl7pPr indent="-355600" lvl="6" marL="3200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7pPr>
            <a:lvl8pPr indent="-355600" lvl="7" marL="3657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8pPr>
            <a:lvl9pPr indent="-355600" lvl="8" marL="4114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2_1">
    <p:spTree>
      <p:nvGrpSpPr>
        <p:cNvPr id="168" name="Shape 168"/>
        <p:cNvGrpSpPr/>
        <p:nvPr/>
      </p:nvGrpSpPr>
      <p:grpSpPr>
        <a:xfrm>
          <a:off x="0" y="0"/>
          <a:ext cx="0" cy="0"/>
          <a:chOff x="0" y="0"/>
          <a:chExt cx="0" cy="0"/>
        </a:xfrm>
      </p:grpSpPr>
      <p:sp>
        <p:nvSpPr>
          <p:cNvPr id="169" name="Google Shape;169;p26"/>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0" name="Google Shape;170;p26"/>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2_1_2">
    <p:spTree>
      <p:nvGrpSpPr>
        <p:cNvPr id="171" name="Shape 171"/>
        <p:cNvGrpSpPr/>
        <p:nvPr/>
      </p:nvGrpSpPr>
      <p:grpSpPr>
        <a:xfrm>
          <a:off x="0" y="0"/>
          <a:ext cx="0" cy="0"/>
          <a:chOff x="0" y="0"/>
          <a:chExt cx="0" cy="0"/>
        </a:xfrm>
      </p:grpSpPr>
      <p:sp>
        <p:nvSpPr>
          <p:cNvPr id="172" name="Google Shape;172;p27"/>
          <p:cNvSpPr txBox="1"/>
          <p:nvPr>
            <p:ph idx="1" type="subTitle"/>
          </p:nvPr>
        </p:nvSpPr>
        <p:spPr>
          <a:xfrm>
            <a:off x="226533"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3" name="Google Shape;173;p27"/>
          <p:cNvSpPr txBox="1"/>
          <p:nvPr>
            <p:ph idx="2" type="subTitle"/>
          </p:nvPr>
        </p:nvSpPr>
        <p:spPr>
          <a:xfrm>
            <a:off x="3091450"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4" name="Google Shape;174;p27"/>
          <p:cNvSpPr txBox="1"/>
          <p:nvPr>
            <p:ph idx="3" type="subTitle"/>
          </p:nvPr>
        </p:nvSpPr>
        <p:spPr>
          <a:xfrm>
            <a:off x="5956367"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5" name="Google Shape;175;p27"/>
          <p:cNvSpPr txBox="1"/>
          <p:nvPr>
            <p:ph idx="4" type="subTitle"/>
          </p:nvPr>
        </p:nvSpPr>
        <p:spPr>
          <a:xfrm>
            <a:off x="226533"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6" name="Google Shape;176;p27"/>
          <p:cNvSpPr txBox="1"/>
          <p:nvPr>
            <p:ph idx="5" type="subTitle"/>
          </p:nvPr>
        </p:nvSpPr>
        <p:spPr>
          <a:xfrm>
            <a:off x="3091450"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7" name="Google Shape;177;p27"/>
          <p:cNvSpPr txBox="1"/>
          <p:nvPr>
            <p:ph idx="6" type="subTitle"/>
          </p:nvPr>
        </p:nvSpPr>
        <p:spPr>
          <a:xfrm>
            <a:off x="5956367"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8" name="Google Shape;178;p27"/>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2_1_1">
    <p:bg>
      <p:bgPr>
        <a:solidFill>
          <a:schemeClr val="dk1"/>
        </a:solidFill>
      </p:bgPr>
    </p:bg>
    <p:spTree>
      <p:nvGrpSpPr>
        <p:cNvPr id="179" name="Shape 179"/>
        <p:cNvGrpSpPr/>
        <p:nvPr/>
      </p:nvGrpSpPr>
      <p:grpSpPr>
        <a:xfrm>
          <a:off x="0" y="0"/>
          <a:ext cx="0" cy="0"/>
          <a:chOff x="0" y="0"/>
          <a:chExt cx="0" cy="0"/>
        </a:xfrm>
      </p:grpSpPr>
      <p:sp>
        <p:nvSpPr>
          <p:cNvPr id="180" name="Google Shape;180;p28"/>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1" name="Google Shape;181;p28"/>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two images">
  <p:cSld name="CUSTOM_3">
    <p:spTree>
      <p:nvGrpSpPr>
        <p:cNvPr id="182" name="Shape 182"/>
        <p:cNvGrpSpPr/>
        <p:nvPr/>
      </p:nvGrpSpPr>
      <p:grpSpPr>
        <a:xfrm>
          <a:off x="0" y="0"/>
          <a:ext cx="0" cy="0"/>
          <a:chOff x="0" y="0"/>
          <a:chExt cx="0" cy="0"/>
        </a:xfrm>
      </p:grpSpPr>
      <p:sp>
        <p:nvSpPr>
          <p:cNvPr id="183" name="Google Shape;183;p29"/>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4" name="Google Shape;184;p29"/>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185" name="Google Shape;185;p29"/>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86" name="Google Shape;186;p29"/>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87" name="Google Shape;187;p29"/>
          <p:cNvSpPr/>
          <p:nvPr>
            <p:ph idx="4" type="pic"/>
          </p:nvPr>
        </p:nvSpPr>
        <p:spPr>
          <a:xfrm>
            <a:off x="3368775" y="226625"/>
            <a:ext cx="3733800" cy="4690500"/>
          </a:xfrm>
          <a:prstGeom prst="rect">
            <a:avLst/>
          </a:prstGeom>
          <a:noFill/>
          <a:ln cap="flat" cmpd="sng" w="9525">
            <a:solidFill>
              <a:schemeClr val="dk1"/>
            </a:solidFill>
            <a:prstDash val="solid"/>
            <a:round/>
            <a:headEnd len="sm" w="sm" type="none"/>
            <a:tailEnd len="sm" w="sm" type="none"/>
          </a:ln>
        </p:spPr>
      </p:sp>
      <p:sp>
        <p:nvSpPr>
          <p:cNvPr id="188" name="Google Shape;188;p29"/>
          <p:cNvSpPr/>
          <p:nvPr>
            <p:ph idx="5" type="pic"/>
          </p:nvPr>
        </p:nvSpPr>
        <p:spPr>
          <a:xfrm>
            <a:off x="7320200" y="1391900"/>
            <a:ext cx="1597200" cy="19704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wo storyboards">
  <p:cSld name="CUSTOM_3_2">
    <p:spTree>
      <p:nvGrpSpPr>
        <p:cNvPr id="189" name="Shape 189"/>
        <p:cNvGrpSpPr/>
        <p:nvPr/>
      </p:nvGrpSpPr>
      <p:grpSpPr>
        <a:xfrm>
          <a:off x="0" y="0"/>
          <a:ext cx="0" cy="0"/>
          <a:chOff x="0" y="0"/>
          <a:chExt cx="0" cy="0"/>
        </a:xfrm>
      </p:grpSpPr>
      <p:sp>
        <p:nvSpPr>
          <p:cNvPr id="190" name="Google Shape;190;p30"/>
          <p:cNvSpPr/>
          <p:nvPr>
            <p:ph idx="2" type="pic"/>
          </p:nvPr>
        </p:nvSpPr>
        <p:spPr>
          <a:xfrm>
            <a:off x="-5225" y="713825"/>
            <a:ext cx="4571700" cy="2795700"/>
          </a:xfrm>
          <a:prstGeom prst="rect">
            <a:avLst/>
          </a:prstGeom>
          <a:noFill/>
          <a:ln>
            <a:noFill/>
          </a:ln>
        </p:spPr>
      </p:sp>
      <p:sp>
        <p:nvSpPr>
          <p:cNvPr id="191" name="Google Shape;191;p30"/>
          <p:cNvSpPr txBox="1"/>
          <p:nvPr>
            <p:ph type="title"/>
          </p:nvPr>
        </p:nvSpPr>
        <p:spPr>
          <a:xfrm>
            <a:off x="18047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92" name="Google Shape;192;p30"/>
          <p:cNvSpPr txBox="1"/>
          <p:nvPr>
            <p:ph idx="1" type="body"/>
          </p:nvPr>
        </p:nvSpPr>
        <p:spPr>
          <a:xfrm>
            <a:off x="18047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3" name="Google Shape;193;p30"/>
          <p:cNvSpPr txBox="1"/>
          <p:nvPr>
            <p:ph idx="3"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cxnSp>
        <p:nvCxnSpPr>
          <p:cNvPr id="194" name="Google Shape;194;p30"/>
          <p:cNvCxnSpPr/>
          <p:nvPr/>
        </p:nvCxnSpPr>
        <p:spPr>
          <a:xfrm>
            <a:off x="4572000" y="709150"/>
            <a:ext cx="0" cy="4443300"/>
          </a:xfrm>
          <a:prstGeom prst="straightConnector1">
            <a:avLst/>
          </a:prstGeom>
          <a:noFill/>
          <a:ln cap="flat" cmpd="sng" w="9525">
            <a:solidFill>
              <a:schemeClr val="dk1"/>
            </a:solidFill>
            <a:prstDash val="solid"/>
            <a:round/>
            <a:headEnd len="med" w="med" type="none"/>
            <a:tailEnd len="med" w="med" type="none"/>
          </a:ln>
        </p:spPr>
      </p:cxnSp>
      <p:cxnSp>
        <p:nvCxnSpPr>
          <p:cNvPr id="195" name="Google Shape;195;p30"/>
          <p:cNvCxnSpPr/>
          <p:nvPr/>
        </p:nvCxnSpPr>
        <p:spPr>
          <a:xfrm rot="10800000">
            <a:off x="0" y="3514875"/>
            <a:ext cx="9152400" cy="0"/>
          </a:xfrm>
          <a:prstGeom prst="straightConnector1">
            <a:avLst/>
          </a:prstGeom>
          <a:noFill/>
          <a:ln cap="flat" cmpd="sng" w="9525">
            <a:solidFill>
              <a:schemeClr val="dk1"/>
            </a:solidFill>
            <a:prstDash val="solid"/>
            <a:round/>
            <a:headEnd len="med" w="med" type="none"/>
            <a:tailEnd len="med" w="med" type="none"/>
          </a:ln>
        </p:spPr>
      </p:cxnSp>
      <p:cxnSp>
        <p:nvCxnSpPr>
          <p:cNvPr id="196" name="Google Shape;196;p30"/>
          <p:cNvCxnSpPr/>
          <p:nvPr/>
        </p:nvCxnSpPr>
        <p:spPr>
          <a:xfrm rot="10800000">
            <a:off x="0" y="709575"/>
            <a:ext cx="9152400" cy="0"/>
          </a:xfrm>
          <a:prstGeom prst="straightConnector1">
            <a:avLst/>
          </a:prstGeom>
          <a:noFill/>
          <a:ln cap="flat" cmpd="sng" w="9525">
            <a:solidFill>
              <a:schemeClr val="dk1"/>
            </a:solidFill>
            <a:prstDash val="solid"/>
            <a:round/>
            <a:headEnd len="med" w="med" type="none"/>
            <a:tailEnd len="med" w="med" type="none"/>
          </a:ln>
        </p:spPr>
      </p:cxnSp>
      <p:sp>
        <p:nvSpPr>
          <p:cNvPr id="197" name="Google Shape;197;p30"/>
          <p:cNvSpPr/>
          <p:nvPr>
            <p:ph idx="4" type="pic"/>
          </p:nvPr>
        </p:nvSpPr>
        <p:spPr>
          <a:xfrm>
            <a:off x="4577525" y="713825"/>
            <a:ext cx="4571700" cy="2795700"/>
          </a:xfrm>
          <a:prstGeom prst="rect">
            <a:avLst/>
          </a:prstGeom>
          <a:noFill/>
          <a:ln>
            <a:noFill/>
          </a:ln>
        </p:spPr>
      </p:sp>
      <p:sp>
        <p:nvSpPr>
          <p:cNvPr id="198" name="Google Shape;198;p30"/>
          <p:cNvSpPr txBox="1"/>
          <p:nvPr>
            <p:ph idx="5" type="title"/>
          </p:nvPr>
        </p:nvSpPr>
        <p:spPr>
          <a:xfrm>
            <a:off x="476322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99" name="Google Shape;199;p30"/>
          <p:cNvSpPr txBox="1"/>
          <p:nvPr>
            <p:ph idx="6" type="body"/>
          </p:nvPr>
        </p:nvSpPr>
        <p:spPr>
          <a:xfrm>
            <a:off x="476322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escription with phone">
  <p:cSld name="CUSTOM_3_1">
    <p:spTree>
      <p:nvGrpSpPr>
        <p:cNvPr id="200" name="Shape 200"/>
        <p:cNvGrpSpPr/>
        <p:nvPr/>
      </p:nvGrpSpPr>
      <p:grpSpPr>
        <a:xfrm>
          <a:off x="0" y="0"/>
          <a:ext cx="0" cy="0"/>
          <a:chOff x="0" y="0"/>
          <a:chExt cx="0" cy="0"/>
        </a:xfrm>
      </p:grpSpPr>
      <p:sp>
        <p:nvSpPr>
          <p:cNvPr id="201" name="Google Shape;201;p31"/>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2" name="Google Shape;202;p31"/>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03" name="Google Shape;203;p31"/>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4" name="Google Shape;204;p31"/>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pic>
        <p:nvPicPr>
          <p:cNvPr descr="Blank mock of a smartphone." id="205" name="Google Shape;205;p31"/>
          <p:cNvPicPr preferRelativeResize="0"/>
          <p:nvPr/>
        </p:nvPicPr>
        <p:blipFill rotWithShape="1">
          <a:blip r:embed="rId2">
            <a:alphaModFix/>
          </a:blip>
          <a:srcRect b="38737" l="0" r="0" t="0"/>
          <a:stretch/>
        </p:blipFill>
        <p:spPr>
          <a:xfrm>
            <a:off x="3882050" y="261250"/>
            <a:ext cx="4814074" cy="4882250"/>
          </a:xfrm>
          <a:prstGeom prst="rect">
            <a:avLst/>
          </a:prstGeom>
          <a:noFill/>
          <a:ln>
            <a:noFill/>
          </a:ln>
        </p:spPr>
      </p:pic>
      <p:sp>
        <p:nvSpPr>
          <p:cNvPr id="206" name="Google Shape;206;p31"/>
          <p:cNvSpPr/>
          <p:nvPr>
            <p:ph idx="4" type="pic"/>
          </p:nvPr>
        </p:nvSpPr>
        <p:spPr>
          <a:xfrm>
            <a:off x="4197575" y="512375"/>
            <a:ext cx="2847600" cy="4631100"/>
          </a:xfrm>
          <a:prstGeom prst="round2SameRect">
            <a:avLst>
              <a:gd fmla="val 12455" name="adj1"/>
              <a:gd fmla="val 0" name="adj2"/>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CUSTOM_4">
    <p:spTree>
      <p:nvGrpSpPr>
        <p:cNvPr id="207" name="Shape 207"/>
        <p:cNvGrpSpPr/>
        <p:nvPr/>
      </p:nvGrpSpPr>
      <p:grpSpPr>
        <a:xfrm>
          <a:off x="0" y="0"/>
          <a:ext cx="0" cy="0"/>
          <a:chOff x="0" y="0"/>
          <a:chExt cx="0" cy="0"/>
        </a:xfrm>
      </p:grpSpPr>
      <p:sp>
        <p:nvSpPr>
          <p:cNvPr id="208" name="Google Shape;208;p3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9" name="Google Shape;209;p32"/>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10" name="Google Shape;210;p32"/>
          <p:cNvSpPr txBox="1"/>
          <p:nvPr>
            <p:ph idx="1" type="body"/>
          </p:nvPr>
        </p:nvSpPr>
        <p:spPr>
          <a:xfrm>
            <a:off x="226525" y="1793250"/>
            <a:ext cx="8599500" cy="1557000"/>
          </a:xfrm>
          <a:prstGeom prst="rect">
            <a:avLst/>
          </a:prstGeom>
        </p:spPr>
        <p:txBody>
          <a:bodyPr anchorCtr="0" anchor="ctr" bIns="91425" lIns="91425" spcFirstLastPara="1" rIns="91425" wrap="square" tIns="91425">
            <a:no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
        <p:nvSpPr>
          <p:cNvPr id="211" name="Google Shape;211;p32"/>
          <p:cNvSpPr txBox="1"/>
          <p:nvPr>
            <p:ph idx="3" type="body"/>
          </p:nvPr>
        </p:nvSpPr>
        <p:spPr>
          <a:xfrm>
            <a:off x="226525" y="4719800"/>
            <a:ext cx="31434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2" name="Google Shape;212;p32"/>
          <p:cNvSpPr txBox="1"/>
          <p:nvPr>
            <p:ph idx="4" type="body"/>
          </p:nvPr>
        </p:nvSpPr>
        <p:spPr>
          <a:xfrm>
            <a:off x="3590149"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3" name="Google Shape;213;p32"/>
          <p:cNvSpPr txBox="1"/>
          <p:nvPr>
            <p:ph idx="5" type="body"/>
          </p:nvPr>
        </p:nvSpPr>
        <p:spPr>
          <a:xfrm>
            <a:off x="6345974"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4_1">
    <p:spTree>
      <p:nvGrpSpPr>
        <p:cNvPr id="214" name="Shape 214"/>
        <p:cNvGrpSpPr/>
        <p:nvPr/>
      </p:nvGrpSpPr>
      <p:grpSpPr>
        <a:xfrm>
          <a:off x="0" y="0"/>
          <a:ext cx="0" cy="0"/>
          <a:chOff x="0" y="0"/>
          <a:chExt cx="0" cy="0"/>
        </a:xfrm>
      </p:grpSpPr>
      <p:sp>
        <p:nvSpPr>
          <p:cNvPr id="215" name="Google Shape;215;p33"/>
          <p:cNvSpPr txBox="1"/>
          <p:nvPr>
            <p:ph idx="1" type="body"/>
          </p:nvPr>
        </p:nvSpPr>
        <p:spPr>
          <a:xfrm>
            <a:off x="2265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6" name="Google Shape;216;p33"/>
          <p:cNvSpPr txBox="1"/>
          <p:nvPr>
            <p:ph idx="2" type="subTitle"/>
          </p:nvPr>
        </p:nvSpPr>
        <p:spPr>
          <a:xfrm>
            <a:off x="2265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33"/>
          <p:cNvSpPr txBox="1"/>
          <p:nvPr>
            <p:ph idx="3" type="body"/>
          </p:nvPr>
        </p:nvSpPr>
        <p:spPr>
          <a:xfrm>
            <a:off x="3235500"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8" name="Google Shape;218;p33"/>
          <p:cNvSpPr txBox="1"/>
          <p:nvPr>
            <p:ph idx="4" type="subTitle"/>
          </p:nvPr>
        </p:nvSpPr>
        <p:spPr>
          <a:xfrm>
            <a:off x="3235500"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33"/>
          <p:cNvSpPr txBox="1"/>
          <p:nvPr>
            <p:ph idx="5" type="body"/>
          </p:nvPr>
        </p:nvSpPr>
        <p:spPr>
          <a:xfrm>
            <a:off x="61530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0" name="Google Shape;220;p33"/>
          <p:cNvSpPr txBox="1"/>
          <p:nvPr>
            <p:ph idx="6" type="subTitle"/>
          </p:nvPr>
        </p:nvSpPr>
        <p:spPr>
          <a:xfrm>
            <a:off x="61530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 name="Google Shape;221;p33"/>
          <p:cNvSpPr txBox="1"/>
          <p:nvPr>
            <p:ph type="title"/>
          </p:nvPr>
        </p:nvSpPr>
        <p:spPr>
          <a:xfrm>
            <a:off x="226525" y="1793250"/>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4_1_1">
    <p:spTree>
      <p:nvGrpSpPr>
        <p:cNvPr id="222" name="Shape 222"/>
        <p:cNvGrpSpPr/>
        <p:nvPr/>
      </p:nvGrpSpPr>
      <p:grpSpPr>
        <a:xfrm>
          <a:off x="0" y="0"/>
          <a:ext cx="0" cy="0"/>
          <a:chOff x="0" y="0"/>
          <a:chExt cx="0" cy="0"/>
        </a:xfrm>
      </p:grpSpPr>
      <p:sp>
        <p:nvSpPr>
          <p:cNvPr id="223" name="Google Shape;223;p34"/>
          <p:cNvSpPr txBox="1"/>
          <p:nvPr>
            <p:ph idx="1" type="body"/>
          </p:nvPr>
        </p:nvSpPr>
        <p:spPr>
          <a:xfrm>
            <a:off x="226525"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4" name="Google Shape;224;p34"/>
          <p:cNvSpPr txBox="1"/>
          <p:nvPr>
            <p:ph idx="2" type="subTitle"/>
          </p:nvPr>
        </p:nvSpPr>
        <p:spPr>
          <a:xfrm>
            <a:off x="226525"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5" name="Google Shape;225;p34"/>
          <p:cNvSpPr txBox="1"/>
          <p:nvPr>
            <p:ph idx="3" type="body"/>
          </p:nvPr>
        </p:nvSpPr>
        <p:spPr>
          <a:xfrm>
            <a:off x="4841843"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6" name="Google Shape;226;p34"/>
          <p:cNvSpPr txBox="1"/>
          <p:nvPr>
            <p:ph idx="4" type="subTitle"/>
          </p:nvPr>
        </p:nvSpPr>
        <p:spPr>
          <a:xfrm>
            <a:off x="4841843"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34"/>
          <p:cNvSpPr txBox="1"/>
          <p:nvPr>
            <p:ph idx="5" type="body"/>
          </p:nvPr>
        </p:nvSpPr>
        <p:spPr>
          <a:xfrm>
            <a:off x="226525"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8" name="Google Shape;228;p34"/>
          <p:cNvSpPr txBox="1"/>
          <p:nvPr>
            <p:ph idx="6" type="subTitle"/>
          </p:nvPr>
        </p:nvSpPr>
        <p:spPr>
          <a:xfrm>
            <a:off x="226525"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 name="Google Shape;229;p34"/>
          <p:cNvSpPr txBox="1"/>
          <p:nvPr>
            <p:ph idx="7" type="body"/>
          </p:nvPr>
        </p:nvSpPr>
        <p:spPr>
          <a:xfrm>
            <a:off x="4841843"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0" name="Google Shape;230;p34"/>
          <p:cNvSpPr txBox="1"/>
          <p:nvPr>
            <p:ph idx="8" type="subTitle"/>
          </p:nvPr>
        </p:nvSpPr>
        <p:spPr>
          <a:xfrm>
            <a:off x="4841843"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34"/>
          <p:cNvSpPr txBox="1"/>
          <p:nvPr>
            <p:ph type="title"/>
          </p:nvPr>
        </p:nvSpPr>
        <p:spPr>
          <a:xfrm>
            <a:off x="226525" y="433125"/>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2" name="Shape 232"/>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BLANK_1">
    <p:spTree>
      <p:nvGrpSpPr>
        <p:cNvPr id="233" name="Shape 233"/>
        <p:cNvGrpSpPr/>
        <p:nvPr/>
      </p:nvGrpSpPr>
      <p:grpSpPr>
        <a:xfrm>
          <a:off x="0" y="0"/>
          <a:ext cx="0" cy="0"/>
          <a:chOff x="0" y="0"/>
          <a:chExt cx="0" cy="0"/>
        </a:xfrm>
      </p:grpSpPr>
      <p:sp>
        <p:nvSpPr>
          <p:cNvPr id="234" name="Google Shape;234;p36"/>
          <p:cNvSpPr/>
          <p:nvPr>
            <p:ph idx="2" type="pic"/>
          </p:nvPr>
        </p:nvSpPr>
        <p:spPr>
          <a:xfrm>
            <a:off x="0" y="0"/>
            <a:ext cx="9144000" cy="5143500"/>
          </a:xfrm>
          <a:prstGeom prst="rect">
            <a:avLst/>
          </a:prstGeom>
          <a:noFill/>
          <a:ln>
            <a:noFill/>
          </a:ln>
        </p:spPr>
      </p:sp>
      <p:sp>
        <p:nvSpPr>
          <p:cNvPr id="235" name="Google Shape;235;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36" name="Shape 236"/>
        <p:cNvGrpSpPr/>
        <p:nvPr/>
      </p:nvGrpSpPr>
      <p:grpSpPr>
        <a:xfrm>
          <a:off x="0" y="0"/>
          <a:ext cx="0" cy="0"/>
          <a:chOff x="0" y="0"/>
          <a:chExt cx="0" cy="0"/>
        </a:xfrm>
      </p:grpSpPr>
      <p:sp>
        <p:nvSpPr>
          <p:cNvPr id="237" name="Google Shape;237;p3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38" name="Google Shape;238;p3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9" name="Google Shape;239;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40" name="Shape 240"/>
        <p:cNvGrpSpPr/>
        <p:nvPr/>
      </p:nvGrpSpPr>
      <p:grpSpPr>
        <a:xfrm>
          <a:off x="0" y="0"/>
          <a:ext cx="0" cy="0"/>
          <a:chOff x="0" y="0"/>
          <a:chExt cx="0" cy="0"/>
        </a:xfrm>
      </p:grpSpPr>
      <p:sp>
        <p:nvSpPr>
          <p:cNvPr id="241" name="Google Shape;241;p3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42" name="Google Shape;24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_2">
    <p:spTree>
      <p:nvGrpSpPr>
        <p:cNvPr id="243" name="Shape 243"/>
        <p:cNvGrpSpPr/>
        <p:nvPr/>
      </p:nvGrpSpPr>
      <p:grpSpPr>
        <a:xfrm>
          <a:off x="0" y="0"/>
          <a:ext cx="0" cy="0"/>
          <a:chOff x="0" y="0"/>
          <a:chExt cx="0" cy="0"/>
        </a:xfrm>
      </p:grpSpPr>
      <p:sp>
        <p:nvSpPr>
          <p:cNvPr id="244" name="Google Shape;244;p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46" name="Google Shape;246;p3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47" name="Google Shape;247;p3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8" name="Google Shape;248;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_2">
    <p:spTree>
      <p:nvGrpSpPr>
        <p:cNvPr id="249" name="Shape 249"/>
        <p:cNvGrpSpPr/>
        <p:nvPr/>
      </p:nvGrpSpPr>
      <p:grpSpPr>
        <a:xfrm>
          <a:off x="0" y="0"/>
          <a:ext cx="0" cy="0"/>
          <a:chOff x="0" y="0"/>
          <a:chExt cx="0" cy="0"/>
        </a:xfrm>
      </p:grpSpPr>
      <p:sp>
        <p:nvSpPr>
          <p:cNvPr id="250" name="Google Shape;250;p40"/>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1" name="Google Shape;251;p40"/>
          <p:cNvSpPr/>
          <p:nvPr>
            <p:ph idx="2" type="pic"/>
          </p:nvPr>
        </p:nvSpPr>
        <p:spPr>
          <a:xfrm>
            <a:off x="4804825" y="1133300"/>
            <a:ext cx="4027500" cy="2392800"/>
          </a:xfrm>
          <a:prstGeom prst="rect">
            <a:avLst/>
          </a:prstGeom>
          <a:noFill/>
          <a:ln>
            <a:noFill/>
          </a:ln>
        </p:spPr>
      </p:sp>
      <p:sp>
        <p:nvSpPr>
          <p:cNvPr id="252" name="Google Shape;252;p40"/>
          <p:cNvSpPr/>
          <p:nvPr>
            <p:ph idx="3" type="pic"/>
          </p:nvPr>
        </p:nvSpPr>
        <p:spPr>
          <a:xfrm>
            <a:off x="311725" y="1133300"/>
            <a:ext cx="4027500" cy="2392800"/>
          </a:xfrm>
          <a:prstGeom prst="rect">
            <a:avLst/>
          </a:prstGeom>
          <a:noFill/>
          <a:ln>
            <a:noFill/>
          </a:ln>
        </p:spPr>
      </p:sp>
      <p:sp>
        <p:nvSpPr>
          <p:cNvPr id="253" name="Google Shape;253;p40"/>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4" name="Google Shape;254;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5" name="Google Shape;255;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6" name="Google Shape;256;p4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57" name="Google Shape;257;p4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_1">
    <p:spTree>
      <p:nvGrpSpPr>
        <p:cNvPr id="258" name="Shape 258"/>
        <p:cNvGrpSpPr/>
        <p:nvPr/>
      </p:nvGrpSpPr>
      <p:grpSpPr>
        <a:xfrm>
          <a:off x="0" y="0"/>
          <a:ext cx="0" cy="0"/>
          <a:chOff x="0" y="0"/>
          <a:chExt cx="0" cy="0"/>
        </a:xfrm>
      </p:grpSpPr>
      <p:sp>
        <p:nvSpPr>
          <p:cNvPr id="259" name="Google Shape;259;p41"/>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0" name="Google Shape;260;p41"/>
          <p:cNvSpPr/>
          <p:nvPr>
            <p:ph idx="2" type="pic"/>
          </p:nvPr>
        </p:nvSpPr>
        <p:spPr>
          <a:xfrm>
            <a:off x="6205225" y="1128325"/>
            <a:ext cx="2627100" cy="2273100"/>
          </a:xfrm>
          <a:prstGeom prst="rect">
            <a:avLst/>
          </a:prstGeom>
          <a:noFill/>
          <a:ln>
            <a:noFill/>
          </a:ln>
        </p:spPr>
      </p:sp>
      <p:sp>
        <p:nvSpPr>
          <p:cNvPr id="261" name="Google Shape;261;p41"/>
          <p:cNvSpPr/>
          <p:nvPr>
            <p:ph idx="3" type="pic"/>
          </p:nvPr>
        </p:nvSpPr>
        <p:spPr>
          <a:xfrm>
            <a:off x="311725" y="1128325"/>
            <a:ext cx="2627100" cy="2273100"/>
          </a:xfrm>
          <a:prstGeom prst="rect">
            <a:avLst/>
          </a:prstGeom>
          <a:noFill/>
          <a:ln>
            <a:noFill/>
          </a:ln>
        </p:spPr>
      </p:sp>
      <p:sp>
        <p:nvSpPr>
          <p:cNvPr id="262" name="Google Shape;262;p41"/>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3" name="Google Shape;263;p41"/>
          <p:cNvSpPr/>
          <p:nvPr>
            <p:ph idx="5" type="pic"/>
          </p:nvPr>
        </p:nvSpPr>
        <p:spPr>
          <a:xfrm>
            <a:off x="3255250" y="1128325"/>
            <a:ext cx="2627100" cy="2273100"/>
          </a:xfrm>
          <a:prstGeom prst="rect">
            <a:avLst/>
          </a:prstGeom>
          <a:noFill/>
          <a:ln>
            <a:noFill/>
          </a:ln>
        </p:spPr>
      </p:sp>
      <p:sp>
        <p:nvSpPr>
          <p:cNvPr id="264" name="Google Shape;264;p41"/>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5" name="Google Shape;26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6" name="Google Shape;266;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7" name="Google Shape;267;p4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8" name="Google Shape;268;p4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9" name="Google Shape;269;p4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2">
    <p:spTree>
      <p:nvGrpSpPr>
        <p:cNvPr id="270" name="Shape 270"/>
        <p:cNvGrpSpPr/>
        <p:nvPr/>
      </p:nvGrpSpPr>
      <p:grpSpPr>
        <a:xfrm>
          <a:off x="0" y="0"/>
          <a:ext cx="0" cy="0"/>
          <a:chOff x="0" y="0"/>
          <a:chExt cx="0" cy="0"/>
        </a:xfrm>
      </p:grpSpPr>
      <p:sp>
        <p:nvSpPr>
          <p:cNvPr id="271" name="Google Shape;271;p4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72" name="Google Shape;272;p4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73" name="Google Shape;273;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3">
    <p:spTree>
      <p:nvGrpSpPr>
        <p:cNvPr id="274" name="Shape 274"/>
        <p:cNvGrpSpPr/>
        <p:nvPr/>
      </p:nvGrpSpPr>
      <p:grpSpPr>
        <a:xfrm>
          <a:off x="0" y="0"/>
          <a:ext cx="0" cy="0"/>
          <a:chOff x="0" y="0"/>
          <a:chExt cx="0" cy="0"/>
        </a:xfrm>
      </p:grpSpPr>
      <p:sp>
        <p:nvSpPr>
          <p:cNvPr id="275" name="Google Shape;275;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6" name="Google Shape;276;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7" name="Google Shape;277;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79" name="Shape 27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43" Type="http://schemas.openxmlformats.org/officeDocument/2006/relationships/theme" Target="../theme/theme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1pPr>
            <a:lvl2pPr lvl="1">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2pPr>
            <a:lvl3pPr lvl="2">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3pPr>
            <a:lvl4pPr lvl="3">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4pPr>
            <a:lvl5pPr lvl="4">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5pPr>
            <a:lvl6pPr lvl="5">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6pPr>
            <a:lvl7pPr lvl="6">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7pPr>
            <a:lvl8pPr lvl="7">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8pPr>
            <a:lvl9pPr lvl="8">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spcBef>
                <a:spcPts val="0"/>
              </a:spcBef>
              <a:spcAft>
                <a:spcPts val="0"/>
              </a:spcAft>
              <a:buClr>
                <a:schemeClr val="dk1"/>
              </a:buClr>
              <a:buSzPts val="1800"/>
              <a:buFont typeface="Inter"/>
              <a:buChar char="●"/>
              <a:defRPr sz="1800">
                <a:solidFill>
                  <a:schemeClr val="dk1"/>
                </a:solidFill>
                <a:latin typeface="Inter"/>
                <a:ea typeface="Inter"/>
                <a:cs typeface="Inter"/>
                <a:sym typeface="Inter"/>
              </a:defRPr>
            </a:lvl1pPr>
            <a:lvl2pPr indent="-317500" lvl="1" marL="914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2pPr>
            <a:lvl3pPr indent="-317500" lvl="2" marL="1371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3pPr>
            <a:lvl4pPr indent="-317500" lvl="3" marL="1828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4pPr>
            <a:lvl5pPr indent="-317500" lvl="4" marL="22860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5pPr>
            <a:lvl6pPr indent="-317500" lvl="5" marL="27432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6pPr>
            <a:lvl7pPr indent="-317500" lvl="6" marL="3200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7pPr>
            <a:lvl8pPr indent="-317500" lvl="7" marL="3657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8pPr>
            <a:lvl9pPr indent="-317500" lvl="8" marL="4114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8" name="Shape 278"/>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9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xml"/><Relationship Id="rId3" Type="http://schemas.openxmlformats.org/officeDocument/2006/relationships/hyperlink" Target="https://www.phoenixopendata.com/api/3/action/datastore_search"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xml"/><Relationship Id="rId3" Type="http://schemas.openxmlformats.org/officeDocument/2006/relationships/hyperlink" Target="https://www.phoenixopendata.com/api/3/action/datastore_search"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1.xml"/><Relationship Id="rId3" Type="http://schemas.openxmlformats.org/officeDocument/2006/relationships/hyperlink" Target="https://www.dasca.org/world-of-data-science/article/scheduling-data-pipelines-with-apache-airflow-a-beginners-guid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284" name="Shape 284"/>
        <p:cNvGrpSpPr/>
        <p:nvPr/>
      </p:nvGrpSpPr>
      <p:grpSpPr>
        <a:xfrm>
          <a:off x="0" y="0"/>
          <a:ext cx="0" cy="0"/>
          <a:chOff x="0" y="0"/>
          <a:chExt cx="0" cy="0"/>
        </a:xfrm>
      </p:grpSpPr>
      <p:sp>
        <p:nvSpPr>
          <p:cNvPr id="285" name="Google Shape;285;p46"/>
          <p:cNvSpPr/>
          <p:nvPr/>
        </p:nvSpPr>
        <p:spPr>
          <a:xfrm>
            <a:off x="5943600" y="0"/>
            <a:ext cx="3200400" cy="5143500"/>
          </a:xfrm>
          <a:prstGeom prst="rect">
            <a:avLst/>
          </a:prstGeom>
          <a:solidFill>
            <a:srgbClr val="58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46"/>
          <p:cNvSpPr/>
          <p:nvPr/>
        </p:nvSpPr>
        <p:spPr>
          <a:xfrm>
            <a:off x="8595360" y="0"/>
            <a:ext cx="548640" cy="51435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46"/>
          <p:cNvSpPr/>
          <p:nvPr/>
        </p:nvSpPr>
        <p:spPr>
          <a:xfrm>
            <a:off x="640080" y="822960"/>
            <a:ext cx="7315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0D0"/>
              </a:buClr>
              <a:buSzPts val="1300"/>
              <a:buFont typeface="Calibri"/>
              <a:buNone/>
            </a:pPr>
            <a:r>
              <a:rPr b="1" lang="en" sz="1300">
                <a:solidFill>
                  <a:srgbClr val="FFD0D0"/>
                </a:solidFill>
                <a:latin typeface="Calibri"/>
                <a:ea typeface="Calibri"/>
                <a:cs typeface="Calibri"/>
                <a:sym typeface="Calibri"/>
              </a:rPr>
              <a:t>DAEN 328</a:t>
            </a:r>
            <a:endParaRPr sz="1300">
              <a:solidFill>
                <a:schemeClr val="dk1"/>
              </a:solidFill>
              <a:latin typeface="Calibri"/>
              <a:ea typeface="Calibri"/>
              <a:cs typeface="Calibri"/>
              <a:sym typeface="Calibri"/>
            </a:endParaRPr>
          </a:p>
        </p:txBody>
      </p:sp>
      <p:sp>
        <p:nvSpPr>
          <p:cNvPr id="288" name="Google Shape;288;p46"/>
          <p:cNvSpPr/>
          <p:nvPr/>
        </p:nvSpPr>
        <p:spPr>
          <a:xfrm>
            <a:off x="640080" y="1325880"/>
            <a:ext cx="73152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Georgia"/>
              <a:buNone/>
            </a:pPr>
            <a:r>
              <a:rPr b="1" lang="en" sz="3600">
                <a:solidFill>
                  <a:srgbClr val="FFFFFF"/>
                </a:solidFill>
                <a:latin typeface="Georgia"/>
                <a:ea typeface="Georgia"/>
                <a:cs typeface="Georgia"/>
                <a:sym typeface="Georgia"/>
              </a:rPr>
              <a:t>Term Project – Phase 2</a:t>
            </a:r>
            <a:endParaRPr sz="3600">
              <a:solidFill>
                <a:schemeClr val="dk1"/>
              </a:solidFill>
              <a:latin typeface="Calibri"/>
              <a:ea typeface="Calibri"/>
              <a:cs typeface="Calibri"/>
              <a:sym typeface="Calibri"/>
            </a:endParaRPr>
          </a:p>
        </p:txBody>
      </p:sp>
      <p:sp>
        <p:nvSpPr>
          <p:cNvPr id="289" name="Google Shape;289;p46"/>
          <p:cNvSpPr/>
          <p:nvPr/>
        </p:nvSpPr>
        <p:spPr>
          <a:xfrm>
            <a:off x="640080" y="1993392"/>
            <a:ext cx="64008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0D0"/>
              </a:buClr>
              <a:buSzPts val="1600"/>
              <a:buFont typeface="Calibri"/>
              <a:buNone/>
            </a:pPr>
            <a:r>
              <a:rPr i="1" lang="en" sz="1600">
                <a:solidFill>
                  <a:srgbClr val="FFD0D0"/>
                </a:solidFill>
                <a:latin typeface="Calibri"/>
                <a:ea typeface="Calibri"/>
                <a:cs typeface="Calibri"/>
                <a:sym typeface="Calibri"/>
              </a:rPr>
              <a:t>Full Stack Data Engineering Pipeline</a:t>
            </a:r>
            <a:endParaRPr sz="1600">
              <a:solidFill>
                <a:schemeClr val="dk1"/>
              </a:solidFill>
              <a:latin typeface="Calibri"/>
              <a:ea typeface="Calibri"/>
              <a:cs typeface="Calibri"/>
              <a:sym typeface="Calibri"/>
            </a:endParaRPr>
          </a:p>
        </p:txBody>
      </p:sp>
      <p:sp>
        <p:nvSpPr>
          <p:cNvPr id="290" name="Google Shape;290;p46"/>
          <p:cNvSpPr/>
          <p:nvPr/>
        </p:nvSpPr>
        <p:spPr>
          <a:xfrm>
            <a:off x="640080" y="2487168"/>
            <a:ext cx="2286000" cy="4572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46"/>
          <p:cNvSpPr/>
          <p:nvPr/>
        </p:nvSpPr>
        <p:spPr>
          <a:xfrm>
            <a:off x="640080" y="2743200"/>
            <a:ext cx="64008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900"/>
              <a:buFont typeface="Georgia"/>
              <a:buNone/>
            </a:pPr>
            <a:r>
              <a:rPr b="1" i="1" lang="en" sz="1900">
                <a:solidFill>
                  <a:srgbClr val="FFFFFF"/>
                </a:solidFill>
                <a:latin typeface="Georgia"/>
                <a:ea typeface="Georgia"/>
                <a:cs typeface="Georgia"/>
                <a:sym typeface="Georgia"/>
              </a:rPr>
              <a:t>Officer</a:t>
            </a:r>
            <a:r>
              <a:rPr b="1" i="1" lang="en" sz="1900">
                <a:solidFill>
                  <a:srgbClr val="FFFFFF"/>
                </a:solidFill>
                <a:latin typeface="Georgia"/>
                <a:ea typeface="Georgia"/>
                <a:cs typeface="Georgia"/>
                <a:sym typeface="Georgia"/>
              </a:rPr>
              <a:t> Show of Force - Phoenix</a:t>
            </a:r>
            <a:endParaRPr sz="1900">
              <a:solidFill>
                <a:schemeClr val="dk1"/>
              </a:solidFill>
              <a:latin typeface="Calibri"/>
              <a:ea typeface="Calibri"/>
              <a:cs typeface="Calibri"/>
              <a:sym typeface="Calibri"/>
            </a:endParaRPr>
          </a:p>
        </p:txBody>
      </p:sp>
      <p:sp>
        <p:nvSpPr>
          <p:cNvPr id="292" name="Google Shape;292;p46"/>
          <p:cNvSpPr/>
          <p:nvPr/>
        </p:nvSpPr>
        <p:spPr>
          <a:xfrm>
            <a:off x="640080" y="3246120"/>
            <a:ext cx="6400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0D0"/>
              </a:buClr>
              <a:buSzPts val="1200"/>
              <a:buFont typeface="Calibri"/>
              <a:buNone/>
            </a:pPr>
            <a:r>
              <a:rPr lang="en" sz="1200">
                <a:solidFill>
                  <a:srgbClr val="FFD0D0"/>
                </a:solidFill>
                <a:latin typeface="Calibri"/>
                <a:ea typeface="Calibri"/>
                <a:cs typeface="Calibri"/>
                <a:sym typeface="Calibri"/>
              </a:rPr>
              <a:t>Team Members: Roberto Cuellar III, Brody Mitchell, Jay Yan, Elias Ortiz</a:t>
            </a:r>
            <a:endParaRPr sz="1200">
              <a:solidFill>
                <a:schemeClr val="dk1"/>
              </a:solidFill>
              <a:latin typeface="Calibri"/>
              <a:ea typeface="Calibri"/>
              <a:cs typeface="Calibri"/>
              <a:sym typeface="Calibri"/>
            </a:endParaRPr>
          </a:p>
        </p:txBody>
      </p:sp>
      <p:sp>
        <p:nvSpPr>
          <p:cNvPr id="293" name="Google Shape;293;p46"/>
          <p:cNvSpPr/>
          <p:nvPr/>
        </p:nvSpPr>
        <p:spPr>
          <a:xfrm>
            <a:off x="640080" y="3611880"/>
            <a:ext cx="3657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0D0"/>
              </a:buClr>
              <a:buSzPts val="1100"/>
              <a:buFont typeface="Calibri"/>
              <a:buNone/>
            </a:pPr>
            <a:r>
              <a:rPr lang="en" sz="1100">
                <a:solidFill>
                  <a:srgbClr val="FFD0D0"/>
                </a:solidFill>
                <a:latin typeface="Calibri"/>
                <a:ea typeface="Calibri"/>
                <a:cs typeface="Calibri"/>
                <a:sym typeface="Calibri"/>
              </a:rPr>
              <a:t>May 2026</a:t>
            </a:r>
            <a:endParaRPr sz="1100">
              <a:solidFill>
                <a:schemeClr val="dk1"/>
              </a:solidFill>
              <a:latin typeface="Calibri"/>
              <a:ea typeface="Calibri"/>
              <a:cs typeface="Calibri"/>
              <a:sym typeface="Calibri"/>
            </a:endParaRPr>
          </a:p>
        </p:txBody>
      </p:sp>
      <p:sp>
        <p:nvSpPr>
          <p:cNvPr id="294" name="Google Shape;294;p46"/>
          <p:cNvSpPr/>
          <p:nvPr/>
        </p:nvSpPr>
        <p:spPr>
          <a:xfrm>
            <a:off x="8154895" y="4792275"/>
            <a:ext cx="9144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B6B"/>
              </a:buClr>
              <a:buSzPts val="900"/>
              <a:buFont typeface="Calibri"/>
              <a:buNone/>
            </a:pPr>
            <a:r>
              <a:rPr lang="en" sz="900">
                <a:solidFill>
                  <a:srgbClr val="6B6B6B"/>
                </a:solidFill>
                <a:latin typeface="Calibri"/>
                <a:ea typeface="Calibri"/>
                <a:cs typeface="Calibri"/>
                <a:sym typeface="Calibri"/>
              </a:rPr>
              <a:t>1 / 12</a:t>
            </a:r>
            <a:endParaRPr sz="9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6"/>
        </a:solidFill>
      </p:bgPr>
    </p:bg>
    <p:spTree>
      <p:nvGrpSpPr>
        <p:cNvPr id="299" name="Shape 299"/>
        <p:cNvGrpSpPr/>
        <p:nvPr/>
      </p:nvGrpSpPr>
      <p:grpSpPr>
        <a:xfrm>
          <a:off x="0" y="0"/>
          <a:ext cx="0" cy="0"/>
          <a:chOff x="0" y="0"/>
          <a:chExt cx="0" cy="0"/>
        </a:xfrm>
      </p:grpSpPr>
      <p:sp>
        <p:nvSpPr>
          <p:cNvPr id="300" name="Google Shape;300;p47"/>
          <p:cNvSpPr/>
          <p:nvPr/>
        </p:nvSpPr>
        <p:spPr>
          <a:xfrm>
            <a:off x="457200" y="384048"/>
            <a:ext cx="0" cy="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47"/>
          <p:cNvSpPr/>
          <p:nvPr/>
        </p:nvSpPr>
        <p:spPr>
          <a:xfrm>
            <a:off x="0" y="0"/>
            <a:ext cx="9144000" cy="347472"/>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47"/>
          <p:cNvSpPr/>
          <p:nvPr/>
        </p:nvSpPr>
        <p:spPr>
          <a:xfrm>
            <a:off x="365760" y="0"/>
            <a:ext cx="5486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01  ·  OVERVIEW</a:t>
            </a:r>
            <a:endParaRPr sz="1000">
              <a:solidFill>
                <a:schemeClr val="dk1"/>
              </a:solidFill>
              <a:latin typeface="Calibri"/>
              <a:ea typeface="Calibri"/>
              <a:cs typeface="Calibri"/>
              <a:sym typeface="Calibri"/>
            </a:endParaRPr>
          </a:p>
        </p:txBody>
      </p:sp>
      <p:sp>
        <p:nvSpPr>
          <p:cNvPr id="303" name="Google Shape;303;p47"/>
          <p:cNvSpPr/>
          <p:nvPr/>
        </p:nvSpPr>
        <p:spPr>
          <a:xfrm>
            <a:off x="457200" y="438912"/>
            <a:ext cx="82296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00000"/>
              </a:buClr>
              <a:buSzPts val="2600"/>
              <a:buFont typeface="Georgia"/>
              <a:buNone/>
            </a:pPr>
            <a:r>
              <a:rPr b="1" lang="en" sz="2600">
                <a:solidFill>
                  <a:srgbClr val="500000"/>
                </a:solidFill>
                <a:latin typeface="Georgia"/>
                <a:ea typeface="Georgia"/>
                <a:cs typeface="Georgia"/>
                <a:sym typeface="Georgia"/>
              </a:rPr>
              <a:t>Project Overview</a:t>
            </a:r>
            <a:endParaRPr sz="2600">
              <a:solidFill>
                <a:schemeClr val="dk1"/>
              </a:solidFill>
              <a:latin typeface="Calibri"/>
              <a:ea typeface="Calibri"/>
              <a:cs typeface="Calibri"/>
              <a:sym typeface="Calibri"/>
            </a:endParaRPr>
          </a:p>
        </p:txBody>
      </p:sp>
      <p:sp>
        <p:nvSpPr>
          <p:cNvPr id="304" name="Google Shape;304;p47"/>
          <p:cNvSpPr/>
          <p:nvPr/>
        </p:nvSpPr>
        <p:spPr>
          <a:xfrm>
            <a:off x="457200" y="1078992"/>
            <a:ext cx="5303520" cy="64008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47"/>
          <p:cNvSpPr/>
          <p:nvPr/>
        </p:nvSpPr>
        <p:spPr>
          <a:xfrm>
            <a:off x="457200" y="1078992"/>
            <a:ext cx="54864" cy="64008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47"/>
          <p:cNvSpPr/>
          <p:nvPr/>
        </p:nvSpPr>
        <p:spPr>
          <a:xfrm>
            <a:off x="594360" y="1152144"/>
            <a:ext cx="51206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PROJECT NAME</a:t>
            </a:r>
            <a:endParaRPr sz="750">
              <a:solidFill>
                <a:schemeClr val="dk1"/>
              </a:solidFill>
              <a:latin typeface="Calibri"/>
              <a:ea typeface="Calibri"/>
              <a:cs typeface="Calibri"/>
              <a:sym typeface="Calibri"/>
            </a:endParaRPr>
          </a:p>
        </p:txBody>
      </p:sp>
      <p:sp>
        <p:nvSpPr>
          <p:cNvPr id="307" name="Google Shape;307;p47"/>
          <p:cNvSpPr/>
          <p:nvPr/>
        </p:nvSpPr>
        <p:spPr>
          <a:xfrm>
            <a:off x="594360" y="1353312"/>
            <a:ext cx="510235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300"/>
              <a:buFont typeface="Calibri"/>
              <a:buNone/>
            </a:pPr>
            <a:r>
              <a:rPr b="1" lang="en" sz="1300">
                <a:solidFill>
                  <a:srgbClr val="6B6B6B"/>
                </a:solidFill>
                <a:latin typeface="Calibri"/>
                <a:ea typeface="Calibri"/>
                <a:cs typeface="Calibri"/>
                <a:sym typeface="Calibri"/>
              </a:rPr>
              <a:t>Officer Show of Force - Phoenix</a:t>
            </a:r>
            <a:endParaRPr sz="1300">
              <a:solidFill>
                <a:schemeClr val="dk1"/>
              </a:solidFill>
              <a:latin typeface="Calibri"/>
              <a:ea typeface="Calibri"/>
              <a:cs typeface="Calibri"/>
              <a:sym typeface="Calibri"/>
            </a:endParaRPr>
          </a:p>
        </p:txBody>
      </p:sp>
      <p:sp>
        <p:nvSpPr>
          <p:cNvPr id="308" name="Google Shape;308;p47"/>
          <p:cNvSpPr/>
          <p:nvPr/>
        </p:nvSpPr>
        <p:spPr>
          <a:xfrm>
            <a:off x="457200" y="1828800"/>
            <a:ext cx="2514600" cy="91440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47"/>
          <p:cNvSpPr/>
          <p:nvPr/>
        </p:nvSpPr>
        <p:spPr>
          <a:xfrm>
            <a:off x="457200" y="1828800"/>
            <a:ext cx="54864" cy="9144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47"/>
          <p:cNvSpPr/>
          <p:nvPr/>
        </p:nvSpPr>
        <p:spPr>
          <a:xfrm>
            <a:off x="594360" y="1901952"/>
            <a:ext cx="2331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TEAM MEMBERS</a:t>
            </a:r>
            <a:endParaRPr sz="750">
              <a:solidFill>
                <a:schemeClr val="dk1"/>
              </a:solidFill>
              <a:latin typeface="Calibri"/>
              <a:ea typeface="Calibri"/>
              <a:cs typeface="Calibri"/>
              <a:sym typeface="Calibri"/>
            </a:endParaRPr>
          </a:p>
        </p:txBody>
      </p:sp>
      <p:sp>
        <p:nvSpPr>
          <p:cNvPr id="311" name="Google Shape;311;p47"/>
          <p:cNvSpPr/>
          <p:nvPr/>
        </p:nvSpPr>
        <p:spPr>
          <a:xfrm>
            <a:off x="594360" y="2103120"/>
            <a:ext cx="231343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lang="en" sz="1100">
                <a:solidFill>
                  <a:schemeClr val="dk1"/>
                </a:solidFill>
                <a:latin typeface="Calibri"/>
                <a:ea typeface="Calibri"/>
                <a:cs typeface="Calibri"/>
                <a:sym typeface="Calibri"/>
              </a:rPr>
              <a:t>Roberto Cuellar III</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100"/>
              <a:buFont typeface="Calibri"/>
              <a:buNone/>
            </a:pPr>
            <a:r>
              <a:rPr lang="en" sz="1100">
                <a:solidFill>
                  <a:schemeClr val="dk1"/>
                </a:solidFill>
                <a:latin typeface="Calibri"/>
                <a:ea typeface="Calibri"/>
                <a:cs typeface="Calibri"/>
                <a:sym typeface="Calibri"/>
              </a:rPr>
              <a:t>Brody Mitchell</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100"/>
              <a:buFont typeface="Calibri"/>
              <a:buNone/>
            </a:pPr>
            <a:r>
              <a:rPr lang="en" sz="1100">
                <a:solidFill>
                  <a:schemeClr val="dk1"/>
                </a:solidFill>
                <a:latin typeface="Calibri"/>
                <a:ea typeface="Calibri"/>
                <a:cs typeface="Calibri"/>
                <a:sym typeface="Calibri"/>
              </a:rPr>
              <a:t>Elias Ortiz</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100"/>
              <a:buFont typeface="Calibri"/>
              <a:buNone/>
            </a:pPr>
            <a:r>
              <a:rPr lang="en" sz="1100">
                <a:solidFill>
                  <a:schemeClr val="dk1"/>
                </a:solidFill>
                <a:latin typeface="Calibri"/>
                <a:ea typeface="Calibri"/>
                <a:cs typeface="Calibri"/>
                <a:sym typeface="Calibri"/>
              </a:rPr>
              <a:t>Jay Yan</a:t>
            </a:r>
            <a:endParaRPr sz="1100">
              <a:solidFill>
                <a:schemeClr val="dk1"/>
              </a:solidFill>
              <a:latin typeface="Calibri"/>
              <a:ea typeface="Calibri"/>
              <a:cs typeface="Calibri"/>
              <a:sym typeface="Calibri"/>
            </a:endParaRPr>
          </a:p>
        </p:txBody>
      </p:sp>
      <p:sp>
        <p:nvSpPr>
          <p:cNvPr id="312" name="Google Shape;312;p47"/>
          <p:cNvSpPr/>
          <p:nvPr/>
        </p:nvSpPr>
        <p:spPr>
          <a:xfrm>
            <a:off x="3108960" y="1828800"/>
            <a:ext cx="2651760" cy="91440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47"/>
          <p:cNvSpPr/>
          <p:nvPr/>
        </p:nvSpPr>
        <p:spPr>
          <a:xfrm>
            <a:off x="3108960" y="1828800"/>
            <a:ext cx="54864" cy="9144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47"/>
          <p:cNvSpPr/>
          <p:nvPr/>
        </p:nvSpPr>
        <p:spPr>
          <a:xfrm>
            <a:off x="3246120" y="1901952"/>
            <a:ext cx="2468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API / DATA SOURCE</a:t>
            </a:r>
            <a:endParaRPr sz="750">
              <a:solidFill>
                <a:schemeClr val="dk1"/>
              </a:solidFill>
              <a:latin typeface="Calibri"/>
              <a:ea typeface="Calibri"/>
              <a:cs typeface="Calibri"/>
              <a:sym typeface="Calibri"/>
            </a:endParaRPr>
          </a:p>
        </p:txBody>
      </p:sp>
      <p:sp>
        <p:nvSpPr>
          <p:cNvPr id="315" name="Google Shape;315;p47"/>
          <p:cNvSpPr/>
          <p:nvPr/>
        </p:nvSpPr>
        <p:spPr>
          <a:xfrm>
            <a:off x="3246120" y="2103120"/>
            <a:ext cx="245059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i="1" lang="en" sz="1100" u="sng">
                <a:solidFill>
                  <a:schemeClr val="hlink"/>
                </a:solidFill>
                <a:latin typeface="Calibri"/>
                <a:ea typeface="Calibri"/>
                <a:cs typeface="Calibri"/>
                <a:sym typeface="Calibri"/>
                <a:hlinkClick r:id="rId3"/>
              </a:rPr>
              <a:t>https://www.phoenixopendata.com/api/3/action/datastore_search</a:t>
            </a:r>
            <a:endParaRPr sz="1100">
              <a:solidFill>
                <a:schemeClr val="dk1"/>
              </a:solidFill>
              <a:latin typeface="Calibri"/>
              <a:ea typeface="Calibri"/>
              <a:cs typeface="Calibri"/>
              <a:sym typeface="Calibri"/>
            </a:endParaRPr>
          </a:p>
        </p:txBody>
      </p:sp>
      <p:sp>
        <p:nvSpPr>
          <p:cNvPr id="316" name="Google Shape;316;p47"/>
          <p:cNvSpPr/>
          <p:nvPr/>
        </p:nvSpPr>
        <p:spPr>
          <a:xfrm>
            <a:off x="457200" y="2852928"/>
            <a:ext cx="5303520" cy="73152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47"/>
          <p:cNvSpPr/>
          <p:nvPr/>
        </p:nvSpPr>
        <p:spPr>
          <a:xfrm>
            <a:off x="457200" y="2852928"/>
            <a:ext cx="54864" cy="73152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47"/>
          <p:cNvSpPr/>
          <p:nvPr/>
        </p:nvSpPr>
        <p:spPr>
          <a:xfrm>
            <a:off x="594360" y="2926080"/>
            <a:ext cx="51206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GOAL / PROBLEM STATEMENT</a:t>
            </a:r>
            <a:endParaRPr sz="750">
              <a:solidFill>
                <a:schemeClr val="dk1"/>
              </a:solidFill>
              <a:latin typeface="Calibri"/>
              <a:ea typeface="Calibri"/>
              <a:cs typeface="Calibri"/>
              <a:sym typeface="Calibri"/>
            </a:endParaRPr>
          </a:p>
        </p:txBody>
      </p:sp>
      <p:sp>
        <p:nvSpPr>
          <p:cNvPr id="319" name="Google Shape;319;p47"/>
          <p:cNvSpPr/>
          <p:nvPr/>
        </p:nvSpPr>
        <p:spPr>
          <a:xfrm>
            <a:off x="603475" y="3026663"/>
            <a:ext cx="510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Calibri"/>
              <a:buNone/>
            </a:pPr>
            <a:r>
              <a:t/>
            </a:r>
            <a:endParaRPr i="1" sz="1100">
              <a:solidFill>
                <a:srgbClr val="6B6B6B"/>
              </a:solidFill>
              <a:latin typeface="Calibri"/>
              <a:ea typeface="Calibri"/>
              <a:cs typeface="Calibri"/>
              <a:sym typeface="Calibri"/>
            </a:endParaRPr>
          </a:p>
          <a:p>
            <a:pPr indent="0" lvl="0" marL="0" marR="0" rtl="0" algn="l">
              <a:spcBef>
                <a:spcPts val="0"/>
              </a:spcBef>
              <a:spcAft>
                <a:spcPts val="0"/>
              </a:spcAft>
              <a:buClr>
                <a:srgbClr val="6B6B6B"/>
              </a:buClr>
              <a:buSzPts val="1100"/>
              <a:buFont typeface="Calibri"/>
              <a:buNone/>
            </a:pPr>
            <a:r>
              <a:rPr lang="en" sz="1100">
                <a:solidFill>
                  <a:schemeClr val="dk1"/>
                </a:solidFill>
                <a:latin typeface="Calibri"/>
                <a:ea typeface="Calibri"/>
                <a:cs typeface="Calibri"/>
                <a:sym typeface="Calibri"/>
              </a:rPr>
              <a:t>The goal of this project is to identify common characteristics, geographical trends, or underlying themes that result in officers using forceful </a:t>
            </a:r>
            <a:r>
              <a:rPr lang="en" sz="1100">
                <a:solidFill>
                  <a:schemeClr val="dk1"/>
                </a:solidFill>
                <a:latin typeface="Calibri"/>
                <a:ea typeface="Calibri"/>
                <a:cs typeface="Calibri"/>
                <a:sym typeface="Calibri"/>
              </a:rPr>
              <a:t>techniques</a:t>
            </a:r>
            <a:r>
              <a:rPr lang="en" sz="1100">
                <a:solidFill>
                  <a:schemeClr val="dk1"/>
                </a:solidFill>
                <a:latin typeface="Calibri"/>
                <a:ea typeface="Calibri"/>
                <a:cs typeface="Calibri"/>
                <a:sym typeface="Calibri"/>
              </a:rPr>
              <a:t> against offenders</a:t>
            </a:r>
            <a:endParaRPr sz="1100">
              <a:solidFill>
                <a:schemeClr val="dk1"/>
              </a:solidFill>
              <a:latin typeface="Calibri"/>
              <a:ea typeface="Calibri"/>
              <a:cs typeface="Calibri"/>
              <a:sym typeface="Calibri"/>
            </a:endParaRPr>
          </a:p>
        </p:txBody>
      </p:sp>
      <p:sp>
        <p:nvSpPr>
          <p:cNvPr id="320" name="Google Shape;320;p47"/>
          <p:cNvSpPr/>
          <p:nvPr/>
        </p:nvSpPr>
        <p:spPr>
          <a:xfrm>
            <a:off x="457200" y="3694176"/>
            <a:ext cx="5303520" cy="100584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47"/>
          <p:cNvSpPr/>
          <p:nvPr/>
        </p:nvSpPr>
        <p:spPr>
          <a:xfrm>
            <a:off x="457200" y="3694176"/>
            <a:ext cx="54864" cy="100584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47"/>
          <p:cNvSpPr/>
          <p:nvPr/>
        </p:nvSpPr>
        <p:spPr>
          <a:xfrm>
            <a:off x="594360" y="3767328"/>
            <a:ext cx="51206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HIGH-LEVEL SUMMARY</a:t>
            </a:r>
            <a:endParaRPr sz="750">
              <a:solidFill>
                <a:schemeClr val="dk1"/>
              </a:solidFill>
              <a:latin typeface="Calibri"/>
              <a:ea typeface="Calibri"/>
              <a:cs typeface="Calibri"/>
              <a:sym typeface="Calibri"/>
            </a:endParaRPr>
          </a:p>
        </p:txBody>
      </p:sp>
      <p:sp>
        <p:nvSpPr>
          <p:cNvPr id="323" name="Google Shape;323;p47"/>
          <p:cNvSpPr/>
          <p:nvPr/>
        </p:nvSpPr>
        <p:spPr>
          <a:xfrm>
            <a:off x="557763" y="3739901"/>
            <a:ext cx="5102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Calibri"/>
              <a:buNone/>
            </a:pPr>
            <a:r>
              <a:t/>
            </a:r>
            <a:endParaRPr i="1" sz="1100">
              <a:solidFill>
                <a:srgbClr val="6B6B6B"/>
              </a:solidFill>
              <a:latin typeface="Calibri"/>
              <a:ea typeface="Calibri"/>
              <a:cs typeface="Calibri"/>
              <a:sym typeface="Calibri"/>
            </a:endParaRPr>
          </a:p>
          <a:p>
            <a:pPr indent="-285750" lvl="0" marL="457200" marR="0" rtl="0" algn="l">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The initial pipeline extracts data from the API in batches where it is then processed through data cleaning methods</a:t>
            </a:r>
            <a:endParaRPr sz="900">
              <a:solidFill>
                <a:schemeClr val="dk1"/>
              </a:solidFill>
              <a:latin typeface="Calibri"/>
              <a:ea typeface="Calibri"/>
              <a:cs typeface="Calibri"/>
              <a:sym typeface="Calibri"/>
            </a:endParaRPr>
          </a:p>
          <a:p>
            <a:pPr indent="-285750" lvl="0" marL="457200" marR="0" rtl="0" algn="l">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The cleaned data is then ported into a database to perform read-only queries that will be reflected in the streamlit dashboard</a:t>
            </a:r>
            <a:endParaRPr sz="900">
              <a:solidFill>
                <a:schemeClr val="dk1"/>
              </a:solidFill>
              <a:latin typeface="Calibri"/>
              <a:ea typeface="Calibri"/>
              <a:cs typeface="Calibri"/>
              <a:sym typeface="Calibri"/>
            </a:endParaRPr>
          </a:p>
          <a:p>
            <a:pPr indent="-285750" lvl="0" marL="457200" marR="0" rtl="0" algn="l">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Finally, Dockerizing the application allows for the files to be stored and ran in a single container</a:t>
            </a:r>
            <a:endParaRPr sz="900">
              <a:solidFill>
                <a:schemeClr val="dk1"/>
              </a:solidFill>
              <a:latin typeface="Calibri"/>
              <a:ea typeface="Calibri"/>
              <a:cs typeface="Calibri"/>
              <a:sym typeface="Calibri"/>
            </a:endParaRPr>
          </a:p>
        </p:txBody>
      </p:sp>
      <p:sp>
        <p:nvSpPr>
          <p:cNvPr id="324" name="Google Shape;324;p47"/>
          <p:cNvSpPr/>
          <p:nvPr/>
        </p:nvSpPr>
        <p:spPr>
          <a:xfrm>
            <a:off x="6035040" y="1078992"/>
            <a:ext cx="2743200" cy="3639312"/>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47"/>
          <p:cNvSpPr/>
          <p:nvPr/>
        </p:nvSpPr>
        <p:spPr>
          <a:xfrm>
            <a:off x="6035040" y="1234440"/>
            <a:ext cx="27432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lang="en" sz="1100">
                <a:solidFill>
                  <a:srgbClr val="FFFFFF"/>
                </a:solidFill>
                <a:latin typeface="Calibri"/>
                <a:ea typeface="Calibri"/>
                <a:cs typeface="Calibri"/>
                <a:sym typeface="Calibri"/>
              </a:rPr>
              <a:t>Pipeline</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lang="en" sz="1100">
                <a:solidFill>
                  <a:srgbClr val="FFFFFF"/>
                </a:solidFill>
                <a:latin typeface="Calibri"/>
                <a:ea typeface="Calibri"/>
                <a:cs typeface="Calibri"/>
                <a:sym typeface="Calibri"/>
              </a:rPr>
              <a:t>Components</a:t>
            </a:r>
            <a:endParaRPr sz="1100">
              <a:solidFill>
                <a:schemeClr val="dk1"/>
              </a:solidFill>
              <a:latin typeface="Calibri"/>
              <a:ea typeface="Calibri"/>
              <a:cs typeface="Calibri"/>
              <a:sym typeface="Calibri"/>
            </a:endParaRPr>
          </a:p>
        </p:txBody>
      </p:sp>
      <p:sp>
        <p:nvSpPr>
          <p:cNvPr id="326" name="Google Shape;326;p47"/>
          <p:cNvSpPr/>
          <p:nvPr/>
        </p:nvSpPr>
        <p:spPr>
          <a:xfrm>
            <a:off x="6309360" y="1874520"/>
            <a:ext cx="2194560" cy="384048"/>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47"/>
          <p:cNvSpPr/>
          <p:nvPr/>
        </p:nvSpPr>
        <p:spPr>
          <a:xfrm>
            <a:off x="6309360" y="18745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00000"/>
              </a:buClr>
              <a:buSzPts val="1200"/>
              <a:buFont typeface="Calibri"/>
              <a:buNone/>
            </a:pPr>
            <a:r>
              <a:rPr b="1" lang="en" sz="1200">
                <a:solidFill>
                  <a:srgbClr val="500000"/>
                </a:solidFill>
                <a:latin typeface="Calibri"/>
                <a:ea typeface="Calibri"/>
                <a:cs typeface="Calibri"/>
                <a:sym typeface="Calibri"/>
              </a:rPr>
              <a:t>Extract</a:t>
            </a:r>
            <a:endParaRPr sz="1200">
              <a:solidFill>
                <a:schemeClr val="dk1"/>
              </a:solidFill>
              <a:latin typeface="Calibri"/>
              <a:ea typeface="Calibri"/>
              <a:cs typeface="Calibri"/>
              <a:sym typeface="Calibri"/>
            </a:endParaRPr>
          </a:p>
        </p:txBody>
      </p:sp>
      <p:sp>
        <p:nvSpPr>
          <p:cNvPr id="328" name="Google Shape;328;p47"/>
          <p:cNvSpPr/>
          <p:nvPr/>
        </p:nvSpPr>
        <p:spPr>
          <a:xfrm>
            <a:off x="6309360" y="2386584"/>
            <a:ext cx="2194560" cy="384048"/>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47"/>
          <p:cNvSpPr/>
          <p:nvPr/>
        </p:nvSpPr>
        <p:spPr>
          <a:xfrm>
            <a:off x="6309360" y="2386584"/>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00000"/>
              </a:buClr>
              <a:buSzPts val="1200"/>
              <a:buFont typeface="Calibri"/>
              <a:buNone/>
            </a:pPr>
            <a:r>
              <a:rPr b="1" lang="en" sz="1200">
                <a:solidFill>
                  <a:srgbClr val="500000"/>
                </a:solidFill>
                <a:latin typeface="Calibri"/>
                <a:ea typeface="Calibri"/>
                <a:cs typeface="Calibri"/>
                <a:sym typeface="Calibri"/>
              </a:rPr>
              <a:t>Transform</a:t>
            </a:r>
            <a:endParaRPr sz="1200">
              <a:solidFill>
                <a:schemeClr val="dk1"/>
              </a:solidFill>
              <a:latin typeface="Calibri"/>
              <a:ea typeface="Calibri"/>
              <a:cs typeface="Calibri"/>
              <a:sym typeface="Calibri"/>
            </a:endParaRPr>
          </a:p>
        </p:txBody>
      </p:sp>
      <p:sp>
        <p:nvSpPr>
          <p:cNvPr id="330" name="Google Shape;330;p47"/>
          <p:cNvSpPr/>
          <p:nvPr/>
        </p:nvSpPr>
        <p:spPr>
          <a:xfrm>
            <a:off x="6309360" y="2898648"/>
            <a:ext cx="2194560" cy="384048"/>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47"/>
          <p:cNvSpPr/>
          <p:nvPr/>
        </p:nvSpPr>
        <p:spPr>
          <a:xfrm>
            <a:off x="6309360" y="2898648"/>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00000"/>
              </a:buClr>
              <a:buSzPts val="1200"/>
              <a:buFont typeface="Calibri"/>
              <a:buNone/>
            </a:pPr>
            <a:r>
              <a:rPr b="1" lang="en" sz="1200">
                <a:solidFill>
                  <a:srgbClr val="500000"/>
                </a:solidFill>
                <a:latin typeface="Calibri"/>
                <a:ea typeface="Calibri"/>
                <a:cs typeface="Calibri"/>
                <a:sym typeface="Calibri"/>
              </a:rPr>
              <a:t>Load</a:t>
            </a:r>
            <a:endParaRPr sz="1200">
              <a:solidFill>
                <a:schemeClr val="dk1"/>
              </a:solidFill>
              <a:latin typeface="Calibri"/>
              <a:ea typeface="Calibri"/>
              <a:cs typeface="Calibri"/>
              <a:sym typeface="Calibri"/>
            </a:endParaRPr>
          </a:p>
        </p:txBody>
      </p:sp>
      <p:sp>
        <p:nvSpPr>
          <p:cNvPr id="332" name="Google Shape;332;p47"/>
          <p:cNvSpPr/>
          <p:nvPr/>
        </p:nvSpPr>
        <p:spPr>
          <a:xfrm>
            <a:off x="6309360" y="3410712"/>
            <a:ext cx="2194560" cy="384048"/>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47"/>
          <p:cNvSpPr/>
          <p:nvPr/>
        </p:nvSpPr>
        <p:spPr>
          <a:xfrm>
            <a:off x="6309360" y="3410712"/>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00000"/>
              </a:buClr>
              <a:buSzPts val="1200"/>
              <a:buFont typeface="Calibri"/>
              <a:buNone/>
            </a:pPr>
            <a:r>
              <a:rPr b="1" lang="en" sz="1200">
                <a:solidFill>
                  <a:srgbClr val="500000"/>
                </a:solidFill>
                <a:latin typeface="Calibri"/>
                <a:ea typeface="Calibri"/>
                <a:cs typeface="Calibri"/>
                <a:sym typeface="Calibri"/>
              </a:rPr>
              <a:t>Visualize</a:t>
            </a:r>
            <a:endParaRPr sz="1200">
              <a:solidFill>
                <a:schemeClr val="dk1"/>
              </a:solidFill>
              <a:latin typeface="Calibri"/>
              <a:ea typeface="Calibri"/>
              <a:cs typeface="Calibri"/>
              <a:sym typeface="Calibri"/>
            </a:endParaRPr>
          </a:p>
        </p:txBody>
      </p:sp>
      <p:sp>
        <p:nvSpPr>
          <p:cNvPr id="334" name="Google Shape;334;p47"/>
          <p:cNvSpPr/>
          <p:nvPr/>
        </p:nvSpPr>
        <p:spPr>
          <a:xfrm>
            <a:off x="6309360" y="3922776"/>
            <a:ext cx="2194560" cy="384048"/>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47"/>
          <p:cNvSpPr/>
          <p:nvPr/>
        </p:nvSpPr>
        <p:spPr>
          <a:xfrm>
            <a:off x="6309360" y="3922776"/>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00000"/>
              </a:buClr>
              <a:buSzPts val="1200"/>
              <a:buFont typeface="Calibri"/>
              <a:buNone/>
            </a:pPr>
            <a:r>
              <a:rPr b="1" lang="en" sz="1200">
                <a:solidFill>
                  <a:srgbClr val="500000"/>
                </a:solidFill>
                <a:latin typeface="Calibri"/>
                <a:ea typeface="Calibri"/>
                <a:cs typeface="Calibri"/>
                <a:sym typeface="Calibri"/>
              </a:rPr>
              <a:t>Dockerize</a:t>
            </a:r>
            <a:endParaRPr sz="1200">
              <a:solidFill>
                <a:schemeClr val="dk1"/>
              </a:solidFill>
              <a:latin typeface="Calibri"/>
              <a:ea typeface="Calibri"/>
              <a:cs typeface="Calibri"/>
              <a:sym typeface="Calibri"/>
            </a:endParaRPr>
          </a:p>
        </p:txBody>
      </p:sp>
      <p:sp>
        <p:nvSpPr>
          <p:cNvPr id="336" name="Google Shape;336;p47"/>
          <p:cNvSpPr/>
          <p:nvPr/>
        </p:nvSpPr>
        <p:spPr>
          <a:xfrm>
            <a:off x="8046720" y="4800600"/>
            <a:ext cx="9144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B6B"/>
              </a:buClr>
              <a:buSzPts val="900"/>
              <a:buFont typeface="Calibri"/>
              <a:buNone/>
            </a:pPr>
            <a:r>
              <a:rPr lang="en" sz="900">
                <a:solidFill>
                  <a:srgbClr val="6B6B6B"/>
                </a:solidFill>
                <a:latin typeface="Calibri"/>
                <a:ea typeface="Calibri"/>
                <a:cs typeface="Calibri"/>
                <a:sym typeface="Calibri"/>
              </a:rPr>
              <a:t>2 / 12</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6"/>
        </a:solidFill>
      </p:bgPr>
    </p:bg>
    <p:spTree>
      <p:nvGrpSpPr>
        <p:cNvPr id="341" name="Shape 341"/>
        <p:cNvGrpSpPr/>
        <p:nvPr/>
      </p:nvGrpSpPr>
      <p:grpSpPr>
        <a:xfrm>
          <a:off x="0" y="0"/>
          <a:ext cx="0" cy="0"/>
          <a:chOff x="0" y="0"/>
          <a:chExt cx="0" cy="0"/>
        </a:xfrm>
      </p:grpSpPr>
      <p:sp>
        <p:nvSpPr>
          <p:cNvPr id="342" name="Google Shape;342;p48"/>
          <p:cNvSpPr/>
          <p:nvPr/>
        </p:nvSpPr>
        <p:spPr>
          <a:xfrm>
            <a:off x="457200" y="384048"/>
            <a:ext cx="0" cy="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48"/>
          <p:cNvSpPr/>
          <p:nvPr/>
        </p:nvSpPr>
        <p:spPr>
          <a:xfrm>
            <a:off x="0" y="0"/>
            <a:ext cx="9144000" cy="347472"/>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48"/>
          <p:cNvSpPr/>
          <p:nvPr/>
        </p:nvSpPr>
        <p:spPr>
          <a:xfrm>
            <a:off x="365760" y="0"/>
            <a:ext cx="5486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02  ·  DATA SOURCE</a:t>
            </a:r>
            <a:endParaRPr sz="1000">
              <a:solidFill>
                <a:schemeClr val="dk1"/>
              </a:solidFill>
              <a:latin typeface="Calibri"/>
              <a:ea typeface="Calibri"/>
              <a:cs typeface="Calibri"/>
              <a:sym typeface="Calibri"/>
            </a:endParaRPr>
          </a:p>
        </p:txBody>
      </p:sp>
      <p:sp>
        <p:nvSpPr>
          <p:cNvPr id="345" name="Google Shape;345;p48"/>
          <p:cNvSpPr/>
          <p:nvPr/>
        </p:nvSpPr>
        <p:spPr>
          <a:xfrm>
            <a:off x="457200" y="438912"/>
            <a:ext cx="82296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00000"/>
              </a:buClr>
              <a:buSzPts val="2600"/>
              <a:buFont typeface="Georgia"/>
              <a:buNone/>
            </a:pPr>
            <a:r>
              <a:rPr b="1" lang="en" sz="2600">
                <a:solidFill>
                  <a:srgbClr val="500000"/>
                </a:solidFill>
                <a:latin typeface="Georgia"/>
                <a:ea typeface="Georgia"/>
                <a:cs typeface="Georgia"/>
                <a:sym typeface="Georgia"/>
              </a:rPr>
              <a:t>API and Data Overview</a:t>
            </a:r>
            <a:endParaRPr sz="2600">
              <a:solidFill>
                <a:schemeClr val="dk1"/>
              </a:solidFill>
              <a:latin typeface="Calibri"/>
              <a:ea typeface="Calibri"/>
              <a:cs typeface="Calibri"/>
              <a:sym typeface="Calibri"/>
            </a:endParaRPr>
          </a:p>
        </p:txBody>
      </p:sp>
      <p:sp>
        <p:nvSpPr>
          <p:cNvPr id="346" name="Google Shape;346;p48"/>
          <p:cNvSpPr/>
          <p:nvPr/>
        </p:nvSpPr>
        <p:spPr>
          <a:xfrm>
            <a:off x="457200" y="1078992"/>
            <a:ext cx="2560320" cy="59436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48"/>
          <p:cNvSpPr/>
          <p:nvPr/>
        </p:nvSpPr>
        <p:spPr>
          <a:xfrm>
            <a:off x="457200" y="1078992"/>
            <a:ext cx="54864" cy="59436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48"/>
          <p:cNvSpPr/>
          <p:nvPr/>
        </p:nvSpPr>
        <p:spPr>
          <a:xfrm>
            <a:off x="594360" y="1152144"/>
            <a:ext cx="23774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API NAME &amp; ENDPOINT</a:t>
            </a:r>
            <a:endParaRPr sz="750">
              <a:solidFill>
                <a:schemeClr val="dk1"/>
              </a:solidFill>
              <a:latin typeface="Calibri"/>
              <a:ea typeface="Calibri"/>
              <a:cs typeface="Calibri"/>
              <a:sym typeface="Calibri"/>
            </a:endParaRPr>
          </a:p>
        </p:txBody>
      </p:sp>
      <p:sp>
        <p:nvSpPr>
          <p:cNvPr id="349" name="Google Shape;349;p48"/>
          <p:cNvSpPr/>
          <p:nvPr/>
        </p:nvSpPr>
        <p:spPr>
          <a:xfrm>
            <a:off x="594360" y="1353312"/>
            <a:ext cx="2359152"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lang="en" sz="950" u="sng">
                <a:solidFill>
                  <a:schemeClr val="hlink"/>
                </a:solidFill>
                <a:highlight>
                  <a:srgbClr val="F9F9F9"/>
                </a:highlight>
                <a:latin typeface="Courier New"/>
                <a:ea typeface="Courier New"/>
                <a:cs typeface="Courier New"/>
                <a:sym typeface="Courier New"/>
                <a:hlinkClick r:id="rId3"/>
              </a:rPr>
              <a:t>https://www.phoenixopendata.com/api/3/action/datastore_search</a:t>
            </a:r>
            <a:endParaRPr sz="1100">
              <a:solidFill>
                <a:schemeClr val="dk1"/>
              </a:solidFill>
              <a:latin typeface="Calibri"/>
              <a:ea typeface="Calibri"/>
              <a:cs typeface="Calibri"/>
              <a:sym typeface="Calibri"/>
            </a:endParaRPr>
          </a:p>
        </p:txBody>
      </p:sp>
      <p:sp>
        <p:nvSpPr>
          <p:cNvPr id="350" name="Google Shape;350;p48"/>
          <p:cNvSpPr/>
          <p:nvPr/>
        </p:nvSpPr>
        <p:spPr>
          <a:xfrm>
            <a:off x="3154680" y="1078992"/>
            <a:ext cx="2377440" cy="59436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48"/>
          <p:cNvSpPr/>
          <p:nvPr/>
        </p:nvSpPr>
        <p:spPr>
          <a:xfrm>
            <a:off x="3154680" y="1078992"/>
            <a:ext cx="54864" cy="59436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48"/>
          <p:cNvSpPr/>
          <p:nvPr/>
        </p:nvSpPr>
        <p:spPr>
          <a:xfrm>
            <a:off x="3291840" y="1152144"/>
            <a:ext cx="2194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AUTHENTICATION</a:t>
            </a:r>
            <a:endParaRPr sz="750">
              <a:solidFill>
                <a:schemeClr val="dk1"/>
              </a:solidFill>
              <a:latin typeface="Calibri"/>
              <a:ea typeface="Calibri"/>
              <a:cs typeface="Calibri"/>
              <a:sym typeface="Calibri"/>
            </a:endParaRPr>
          </a:p>
        </p:txBody>
      </p:sp>
      <p:sp>
        <p:nvSpPr>
          <p:cNvPr id="353" name="Google Shape;353;p48"/>
          <p:cNvSpPr/>
          <p:nvPr/>
        </p:nvSpPr>
        <p:spPr>
          <a:xfrm>
            <a:off x="3291840" y="1353312"/>
            <a:ext cx="2176272"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lang="en" sz="1100">
                <a:solidFill>
                  <a:schemeClr val="dk1"/>
                </a:solidFill>
                <a:latin typeface="Calibri"/>
                <a:ea typeface="Calibri"/>
                <a:cs typeface="Calibri"/>
                <a:sym typeface="Calibri"/>
              </a:rPr>
              <a:t>None, Public Access Data Source</a:t>
            </a:r>
            <a:endParaRPr sz="1100">
              <a:solidFill>
                <a:schemeClr val="dk1"/>
              </a:solidFill>
              <a:latin typeface="Calibri"/>
              <a:ea typeface="Calibri"/>
              <a:cs typeface="Calibri"/>
              <a:sym typeface="Calibri"/>
            </a:endParaRPr>
          </a:p>
        </p:txBody>
      </p:sp>
      <p:sp>
        <p:nvSpPr>
          <p:cNvPr id="354" name="Google Shape;354;p48"/>
          <p:cNvSpPr/>
          <p:nvPr/>
        </p:nvSpPr>
        <p:spPr>
          <a:xfrm>
            <a:off x="5669280" y="1078992"/>
            <a:ext cx="3017520" cy="59436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48"/>
          <p:cNvSpPr/>
          <p:nvPr/>
        </p:nvSpPr>
        <p:spPr>
          <a:xfrm>
            <a:off x="5669280" y="1078992"/>
            <a:ext cx="54864" cy="59436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6" name="Google Shape;356;p48"/>
          <p:cNvSpPr/>
          <p:nvPr/>
        </p:nvSpPr>
        <p:spPr>
          <a:xfrm>
            <a:off x="5806440" y="1152144"/>
            <a:ext cx="28346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RATE LIMITS / PAGINATION</a:t>
            </a:r>
            <a:endParaRPr sz="750">
              <a:solidFill>
                <a:schemeClr val="dk1"/>
              </a:solidFill>
              <a:latin typeface="Calibri"/>
              <a:ea typeface="Calibri"/>
              <a:cs typeface="Calibri"/>
              <a:sym typeface="Calibri"/>
            </a:endParaRPr>
          </a:p>
        </p:txBody>
      </p:sp>
      <p:sp>
        <p:nvSpPr>
          <p:cNvPr id="357" name="Google Shape;357;p48"/>
          <p:cNvSpPr/>
          <p:nvPr/>
        </p:nvSpPr>
        <p:spPr>
          <a:xfrm>
            <a:off x="5806440" y="1353312"/>
            <a:ext cx="2816352"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lang="en" sz="1100">
                <a:solidFill>
                  <a:schemeClr val="dk1"/>
                </a:solidFill>
                <a:latin typeface="Calibri"/>
                <a:ea typeface="Calibri"/>
                <a:cs typeface="Calibri"/>
                <a:sym typeface="Calibri"/>
              </a:rPr>
              <a:t>None</a:t>
            </a:r>
            <a:endParaRPr sz="1100">
              <a:solidFill>
                <a:schemeClr val="dk1"/>
              </a:solidFill>
              <a:latin typeface="Calibri"/>
              <a:ea typeface="Calibri"/>
              <a:cs typeface="Calibri"/>
              <a:sym typeface="Calibri"/>
            </a:endParaRPr>
          </a:p>
        </p:txBody>
      </p:sp>
      <p:sp>
        <p:nvSpPr>
          <p:cNvPr id="358" name="Google Shape;358;p48"/>
          <p:cNvSpPr/>
          <p:nvPr/>
        </p:nvSpPr>
        <p:spPr>
          <a:xfrm>
            <a:off x="457200" y="1810489"/>
            <a:ext cx="5120700" cy="3218700"/>
          </a:xfrm>
          <a:prstGeom prst="rect">
            <a:avLst/>
          </a:prstGeom>
          <a:solidFill>
            <a:srgbClr val="FFFFFF"/>
          </a:solidFill>
          <a:ln cap="flat" cmpd="sng" w="12700">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48"/>
          <p:cNvSpPr/>
          <p:nvPr/>
        </p:nvSpPr>
        <p:spPr>
          <a:xfrm>
            <a:off x="457200" y="1810512"/>
            <a:ext cx="5120640" cy="256032"/>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48"/>
          <p:cNvSpPr/>
          <p:nvPr/>
        </p:nvSpPr>
        <p:spPr>
          <a:xfrm>
            <a:off x="548640" y="1810512"/>
            <a:ext cx="4937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Calibri"/>
              <a:buNone/>
            </a:pPr>
            <a:r>
              <a:rPr b="1" lang="en" sz="800">
                <a:solidFill>
                  <a:srgbClr val="FFFFFF"/>
                </a:solidFill>
                <a:latin typeface="Calibri"/>
                <a:ea typeface="Calibri"/>
                <a:cs typeface="Calibri"/>
                <a:sym typeface="Calibri"/>
              </a:rPr>
              <a:t>SAMPLE RAW JSON RESPONSE</a:t>
            </a:r>
            <a:endParaRPr sz="800">
              <a:solidFill>
                <a:schemeClr val="dk1"/>
              </a:solidFill>
              <a:latin typeface="Calibri"/>
              <a:ea typeface="Calibri"/>
              <a:cs typeface="Calibri"/>
              <a:sym typeface="Calibri"/>
            </a:endParaRPr>
          </a:p>
        </p:txBody>
      </p:sp>
      <p:sp>
        <p:nvSpPr>
          <p:cNvPr id="361" name="Google Shape;361;p48"/>
          <p:cNvSpPr/>
          <p:nvPr/>
        </p:nvSpPr>
        <p:spPr>
          <a:xfrm>
            <a:off x="530997" y="2103125"/>
            <a:ext cx="2560200" cy="153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{'help': 'https://www.phoenixopendata.com/api/3/action/help_show?name=datastore_search',</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'success': True,</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'result': {'include_total': True,</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'limit': 1000,</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'offset': 0,</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'records_format': 'objects',</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'resource_id': '7e9d5fc7-ce02-4108-80af-369b1b54c4ff',</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'total_estimation_threshold': None,</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'records': [{'_id': 1,</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'INC_IR_NO': '202500000255424',</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'INC_IA_NO': 'SOF25-0005',</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'INC_DATE': '2025-02-18T00:00:00',</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'INC_YEAR': '2025',</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'INC_TIME': '23:11',</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'INC_DAY_WEEK': 'Tuesday',</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'INC_BEAT': 'Maricopa',</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'HUNDRED_BLOCK': '1XXXX West Rancho Santa Fe Boulevard',</a:t>
            </a:r>
            <a:endParaRPr sz="800">
              <a:solidFill>
                <a:srgbClr val="3A0000"/>
              </a:solidFill>
              <a:latin typeface="Courier New"/>
              <a:ea typeface="Courier New"/>
              <a:cs typeface="Courier New"/>
              <a:sym typeface="Courier New"/>
            </a:endParaRPr>
          </a:p>
        </p:txBody>
      </p:sp>
      <p:sp>
        <p:nvSpPr>
          <p:cNvPr id="362" name="Google Shape;362;p48"/>
          <p:cNvSpPr/>
          <p:nvPr/>
        </p:nvSpPr>
        <p:spPr>
          <a:xfrm>
            <a:off x="5669280" y="1810512"/>
            <a:ext cx="3017520" cy="169164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48"/>
          <p:cNvSpPr/>
          <p:nvPr/>
        </p:nvSpPr>
        <p:spPr>
          <a:xfrm>
            <a:off x="5669280" y="1810512"/>
            <a:ext cx="54864" cy="169164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48"/>
          <p:cNvSpPr/>
          <p:nvPr/>
        </p:nvSpPr>
        <p:spPr>
          <a:xfrm>
            <a:off x="5806440" y="1883664"/>
            <a:ext cx="28346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KEY FIELDS</a:t>
            </a:r>
            <a:endParaRPr sz="750">
              <a:solidFill>
                <a:schemeClr val="dk1"/>
              </a:solidFill>
              <a:latin typeface="Calibri"/>
              <a:ea typeface="Calibri"/>
              <a:cs typeface="Calibri"/>
              <a:sym typeface="Calibri"/>
            </a:endParaRPr>
          </a:p>
        </p:txBody>
      </p:sp>
      <p:sp>
        <p:nvSpPr>
          <p:cNvPr id="365" name="Google Shape;365;p48"/>
          <p:cNvSpPr/>
          <p:nvPr/>
        </p:nvSpPr>
        <p:spPr>
          <a:xfrm>
            <a:off x="5806440" y="2084832"/>
            <a:ext cx="2816352" cy="1344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chemeClr val="dk1"/>
                </a:solidFill>
                <a:latin typeface="Calibri"/>
                <a:ea typeface="Calibri"/>
                <a:cs typeface="Calibri"/>
                <a:sym typeface="Calibri"/>
              </a:rPr>
              <a:t>INC_IR_NO</a:t>
            </a:r>
            <a:r>
              <a:rPr lang="en" sz="1000">
                <a:solidFill>
                  <a:schemeClr val="dk1"/>
                </a:solidFill>
                <a:latin typeface="Calibri"/>
                <a:ea typeface="Calibri"/>
                <a:cs typeface="Calibri"/>
                <a:sym typeface="Calibri"/>
              </a:rPr>
              <a:t> – unique report number for each record</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000"/>
              <a:buFont typeface="Calibri"/>
              <a:buNone/>
            </a:pPr>
            <a:r>
              <a:rPr lang="en" sz="1000">
                <a:solidFill>
                  <a:schemeClr val="dk1"/>
                </a:solidFill>
                <a:latin typeface="Calibri"/>
                <a:ea typeface="Calibri"/>
                <a:cs typeface="Calibri"/>
                <a:sym typeface="Calibri"/>
              </a:rPr>
              <a:t>CIT_GENDER</a:t>
            </a:r>
            <a:r>
              <a:rPr lang="en" sz="1000">
                <a:solidFill>
                  <a:schemeClr val="dk1"/>
                </a:solidFill>
                <a:latin typeface="Calibri"/>
                <a:ea typeface="Calibri"/>
                <a:cs typeface="Calibri"/>
                <a:sym typeface="Calibri"/>
              </a:rPr>
              <a:t> – citizen gender (male, female)</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000"/>
              <a:buFont typeface="Calibri"/>
              <a:buNone/>
            </a:pPr>
            <a:r>
              <a:rPr lang="en" sz="1000">
                <a:solidFill>
                  <a:schemeClr val="dk1"/>
                </a:solidFill>
                <a:latin typeface="Calibri"/>
                <a:ea typeface="Calibri"/>
                <a:cs typeface="Calibri"/>
                <a:sym typeface="Calibri"/>
              </a:rPr>
              <a:t>CIT_AGE</a:t>
            </a:r>
            <a:r>
              <a:rPr lang="en" sz="1000">
                <a:solidFill>
                  <a:schemeClr val="dk1"/>
                </a:solidFill>
                <a:latin typeface="Calibri"/>
                <a:ea typeface="Calibri"/>
                <a:cs typeface="Calibri"/>
                <a:sym typeface="Calibri"/>
              </a:rPr>
              <a:t> – citizen age</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000"/>
              <a:buFont typeface="Calibri"/>
              <a:buNone/>
            </a:pPr>
            <a:r>
              <a:rPr lang="en" sz="1000">
                <a:solidFill>
                  <a:schemeClr val="dk1"/>
                </a:solidFill>
                <a:latin typeface="Calibri"/>
                <a:ea typeface="Calibri"/>
                <a:cs typeface="Calibri"/>
                <a:sym typeface="Calibri"/>
              </a:rPr>
              <a:t>CIT_RACE</a:t>
            </a:r>
            <a:r>
              <a:rPr lang="en" sz="1000">
                <a:solidFill>
                  <a:schemeClr val="dk1"/>
                </a:solidFill>
                <a:latin typeface="Calibri"/>
                <a:ea typeface="Calibri"/>
                <a:cs typeface="Calibri"/>
                <a:sym typeface="Calibri"/>
              </a:rPr>
              <a:t> – citizen race</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000"/>
              <a:buFont typeface="Calibri"/>
              <a:buNone/>
            </a:pPr>
            <a:r>
              <a:rPr lang="en" sz="1000">
                <a:solidFill>
                  <a:schemeClr val="dk1"/>
                </a:solidFill>
                <a:latin typeface="Calibri"/>
                <a:ea typeface="Calibri"/>
                <a:cs typeface="Calibri"/>
                <a:sym typeface="Calibri"/>
              </a:rPr>
              <a:t>CITIZEN_CHARGE – category of charge (criminal vs. traffic, misdemeanor/felony/criminal)</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000"/>
              <a:buFont typeface="Calibri"/>
              <a:buNone/>
            </a:pPr>
            <a:r>
              <a:rPr lang="en" sz="1000">
                <a:solidFill>
                  <a:schemeClr val="dk1"/>
                </a:solidFill>
                <a:latin typeface="Calibri"/>
                <a:ea typeface="Calibri"/>
                <a:cs typeface="Calibri"/>
                <a:sym typeface="Calibri"/>
              </a:rPr>
              <a:t>HIGHEST_SHOW_FORCE – kind of force used against citizen (gun, impact munitions, taser, irritants)</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000"/>
              <a:buFont typeface="Calibri"/>
              <a:buNone/>
            </a:pPr>
            <a:r>
              <a:rPr lang="en" sz="1000">
                <a:solidFill>
                  <a:schemeClr val="dk1"/>
                </a:solidFill>
                <a:latin typeface="Calibri"/>
                <a:ea typeface="Calibri"/>
                <a:cs typeface="Calibri"/>
                <a:sym typeface="Calibri"/>
              </a:rPr>
              <a:t>INC_TIME – time of incident</a:t>
            </a:r>
            <a:endParaRPr sz="1000">
              <a:solidFill>
                <a:schemeClr val="dk1"/>
              </a:solidFill>
              <a:latin typeface="Calibri"/>
              <a:ea typeface="Calibri"/>
              <a:cs typeface="Calibri"/>
              <a:sym typeface="Calibri"/>
            </a:endParaRPr>
          </a:p>
        </p:txBody>
      </p:sp>
      <p:sp>
        <p:nvSpPr>
          <p:cNvPr id="366" name="Google Shape;366;p48"/>
          <p:cNvSpPr/>
          <p:nvPr/>
        </p:nvSpPr>
        <p:spPr>
          <a:xfrm>
            <a:off x="5851949" y="3639312"/>
            <a:ext cx="2651700" cy="11430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48"/>
          <p:cNvSpPr/>
          <p:nvPr/>
        </p:nvSpPr>
        <p:spPr>
          <a:xfrm>
            <a:off x="5851944" y="3749058"/>
            <a:ext cx="2651700" cy="913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200"/>
              <a:buFont typeface="Georgia"/>
              <a:buNone/>
            </a:pPr>
            <a:r>
              <a:rPr b="1" lang="en" sz="1200">
                <a:solidFill>
                  <a:srgbClr val="FFFFFF"/>
                </a:solidFill>
                <a:latin typeface="Georgia"/>
                <a:ea typeface="Georgia"/>
                <a:cs typeface="Georgia"/>
                <a:sym typeface="Georgia"/>
              </a:rPr>
              <a:t>Format: </a:t>
            </a:r>
            <a:r>
              <a:rPr b="1" lang="en" sz="1200">
                <a:solidFill>
                  <a:srgbClr val="FFFFFF"/>
                </a:solidFill>
                <a:latin typeface="Georgia"/>
                <a:ea typeface="Georgia"/>
                <a:cs typeface="Georgia"/>
                <a:sym typeface="Georgia"/>
              </a:rPr>
              <a:t>JSON</a:t>
            </a:r>
            <a:endParaRPr b="1" sz="1200">
              <a:solidFill>
                <a:srgbClr val="FFFFFF"/>
              </a:solidFill>
              <a:latin typeface="Georgia"/>
              <a:ea typeface="Georgia"/>
              <a:cs typeface="Georgia"/>
              <a:sym typeface="Georgia"/>
            </a:endParaRPr>
          </a:p>
          <a:p>
            <a:pPr indent="0" lvl="0" marL="0" marR="0" rtl="0" algn="ctr">
              <a:spcBef>
                <a:spcPts val="0"/>
              </a:spcBef>
              <a:spcAft>
                <a:spcPts val="0"/>
              </a:spcAft>
              <a:buClr>
                <a:srgbClr val="FFFFFF"/>
              </a:buClr>
              <a:buSzPts val="2200"/>
              <a:buFont typeface="Georgia"/>
              <a:buNone/>
            </a:pPr>
            <a:r>
              <a:rPr b="1" lang="en" sz="1200">
                <a:solidFill>
                  <a:srgbClr val="FFFFFF"/>
                </a:solidFill>
                <a:latin typeface="Georgia"/>
                <a:ea typeface="Georgia"/>
                <a:cs typeface="Georgia"/>
                <a:sym typeface="Georgia"/>
              </a:rPr>
              <a:t>Updates: Monthly</a:t>
            </a:r>
            <a:endParaRPr b="1" sz="1200">
              <a:solidFill>
                <a:srgbClr val="FFFFFF"/>
              </a:solidFill>
              <a:latin typeface="Georgia"/>
              <a:ea typeface="Georgia"/>
              <a:cs typeface="Georgia"/>
              <a:sym typeface="Georgia"/>
            </a:endParaRPr>
          </a:p>
          <a:p>
            <a:pPr indent="0" lvl="0" marL="0" marR="0" rtl="0" algn="ctr">
              <a:spcBef>
                <a:spcPts val="0"/>
              </a:spcBef>
              <a:spcAft>
                <a:spcPts val="0"/>
              </a:spcAft>
              <a:buClr>
                <a:srgbClr val="FFFFFF"/>
              </a:buClr>
              <a:buSzPts val="2200"/>
              <a:buFont typeface="Georgia"/>
              <a:buNone/>
            </a:pPr>
            <a:r>
              <a:rPr b="1" lang="en" sz="1200">
                <a:solidFill>
                  <a:srgbClr val="FFFFFF"/>
                </a:solidFill>
                <a:latin typeface="Georgia"/>
                <a:ea typeface="Georgia"/>
                <a:cs typeface="Georgia"/>
                <a:sym typeface="Georgia"/>
              </a:rPr>
              <a:t>Rows per Batch: 1000</a:t>
            </a:r>
            <a:endParaRPr b="1" sz="1200">
              <a:solidFill>
                <a:srgbClr val="FFFFFF"/>
              </a:solidFill>
              <a:latin typeface="Georgia"/>
              <a:ea typeface="Georgia"/>
              <a:cs typeface="Georgia"/>
              <a:sym typeface="Georgia"/>
            </a:endParaRPr>
          </a:p>
        </p:txBody>
      </p:sp>
      <p:sp>
        <p:nvSpPr>
          <p:cNvPr id="368" name="Google Shape;368;p48"/>
          <p:cNvSpPr/>
          <p:nvPr/>
        </p:nvSpPr>
        <p:spPr>
          <a:xfrm>
            <a:off x="8046720" y="4800600"/>
            <a:ext cx="9144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B6B"/>
              </a:buClr>
              <a:buSzPts val="900"/>
              <a:buFont typeface="Calibri"/>
              <a:buNone/>
            </a:pPr>
            <a:r>
              <a:rPr lang="en" sz="900">
                <a:solidFill>
                  <a:srgbClr val="6B6B6B"/>
                </a:solidFill>
                <a:latin typeface="Calibri"/>
                <a:ea typeface="Calibri"/>
                <a:cs typeface="Calibri"/>
                <a:sym typeface="Calibri"/>
              </a:rPr>
              <a:t>3 / 12</a:t>
            </a:r>
            <a:endParaRPr sz="900">
              <a:solidFill>
                <a:schemeClr val="dk1"/>
              </a:solidFill>
              <a:latin typeface="Calibri"/>
              <a:ea typeface="Calibri"/>
              <a:cs typeface="Calibri"/>
              <a:sym typeface="Calibri"/>
            </a:endParaRPr>
          </a:p>
        </p:txBody>
      </p:sp>
      <p:sp>
        <p:nvSpPr>
          <p:cNvPr id="369" name="Google Shape;369;p48"/>
          <p:cNvSpPr/>
          <p:nvPr/>
        </p:nvSpPr>
        <p:spPr>
          <a:xfrm>
            <a:off x="2971800" y="2084775"/>
            <a:ext cx="2560200" cy="1536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A0000"/>
              </a:buClr>
              <a:buSzPts val="1000"/>
              <a:buFont typeface="Courier New"/>
              <a:buNone/>
            </a:pPr>
            <a:r>
              <a:t/>
            </a:r>
            <a:endParaRPr sz="800">
              <a:solidFill>
                <a:srgbClr val="3A0000"/>
              </a:solidFill>
              <a:latin typeface="Courier New"/>
              <a:ea typeface="Courier New"/>
              <a:cs typeface="Courier New"/>
              <a:sym typeface="Courier New"/>
            </a:endParaRPr>
          </a:p>
        </p:txBody>
      </p:sp>
      <p:sp>
        <p:nvSpPr>
          <p:cNvPr id="370" name="Google Shape;370;p48"/>
          <p:cNvSpPr/>
          <p:nvPr/>
        </p:nvSpPr>
        <p:spPr>
          <a:xfrm>
            <a:off x="3140745" y="2108400"/>
            <a:ext cx="2560200" cy="153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a:t>
            </a:r>
            <a:r>
              <a:rPr lang="en" sz="800">
                <a:solidFill>
                  <a:srgbClr val="3A0000"/>
                </a:solidFill>
                <a:latin typeface="Courier New"/>
                <a:ea typeface="Courier New"/>
                <a:cs typeface="Courier New"/>
                <a:sym typeface="Courier New"/>
              </a:rPr>
              <a:t>'INC_CITY': 'Avondale',</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'INC_STATE': 'AZ',</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'INC_ZIPCODE': '85392',</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'INC_PRECINCT': 'Out of City',</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'CIT_NUMBER': '44041',</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'CIT_GENDER': 'Male',</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'CIT_AGE': '30',</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'SUBJ_AGE_GROUP': '30s',</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'CIT_RACE': 'Black',</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'CIT_ETHNICITY': 'Non-Hispanic',</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'SIMPLE_SUBJ_RE_GRP': 'Black or African American',</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'CITIZEN_CHARGE': 'None',</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'HIGHEST_SHOW_FORCE': 'Gun',</a:t>
            </a:r>
            <a:endParaRPr sz="800">
              <a:solidFill>
                <a:srgbClr val="3A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rgbClr val="3A0000"/>
                </a:solidFill>
                <a:latin typeface="Courier New"/>
                <a:ea typeface="Courier New"/>
                <a:cs typeface="Courier New"/>
                <a:sym typeface="Courier New"/>
              </a:rPr>
              <a:t>    'SHOW_FORCE_COUNT': 1},</a:t>
            </a:r>
            <a:endParaRPr sz="800">
              <a:solidFill>
                <a:srgbClr val="3A0000"/>
              </a:solidFill>
              <a:latin typeface="Courier New"/>
              <a:ea typeface="Courier New"/>
              <a:cs typeface="Courier New"/>
              <a:sym typeface="Courier New"/>
            </a:endParaRPr>
          </a:p>
          <a:p>
            <a:pPr indent="0" lvl="0" marL="0" marR="0" rtl="0" algn="l">
              <a:spcBef>
                <a:spcPts val="0"/>
              </a:spcBef>
              <a:spcAft>
                <a:spcPts val="0"/>
              </a:spcAft>
              <a:buClr>
                <a:srgbClr val="3A0000"/>
              </a:buClr>
              <a:buSzPts val="1000"/>
              <a:buFont typeface="Courier New"/>
              <a:buNone/>
            </a:pPr>
            <a:r>
              <a:t/>
            </a:r>
            <a:endParaRPr sz="800">
              <a:solidFill>
                <a:srgbClr val="3A0000"/>
              </a:solidFill>
              <a:latin typeface="Courier New"/>
              <a:ea typeface="Courier New"/>
              <a:cs typeface="Courier New"/>
              <a:sym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6"/>
        </a:solidFill>
      </p:bgPr>
    </p:bg>
    <p:spTree>
      <p:nvGrpSpPr>
        <p:cNvPr id="375" name="Shape 375"/>
        <p:cNvGrpSpPr/>
        <p:nvPr/>
      </p:nvGrpSpPr>
      <p:grpSpPr>
        <a:xfrm>
          <a:off x="0" y="0"/>
          <a:ext cx="0" cy="0"/>
          <a:chOff x="0" y="0"/>
          <a:chExt cx="0" cy="0"/>
        </a:xfrm>
      </p:grpSpPr>
      <p:sp>
        <p:nvSpPr>
          <p:cNvPr id="376" name="Google Shape;376;p49"/>
          <p:cNvSpPr/>
          <p:nvPr/>
        </p:nvSpPr>
        <p:spPr>
          <a:xfrm>
            <a:off x="457200" y="1402854"/>
            <a:ext cx="8229600" cy="1920300"/>
          </a:xfrm>
          <a:prstGeom prst="rect">
            <a:avLst/>
          </a:prstGeom>
          <a:solidFill>
            <a:srgbClr val="FFFFFF"/>
          </a:solidFill>
          <a:ln cap="flat" cmpd="sng" w="12700">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49"/>
          <p:cNvSpPr/>
          <p:nvPr/>
        </p:nvSpPr>
        <p:spPr>
          <a:xfrm>
            <a:off x="457200" y="384048"/>
            <a:ext cx="0" cy="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49"/>
          <p:cNvSpPr/>
          <p:nvPr/>
        </p:nvSpPr>
        <p:spPr>
          <a:xfrm>
            <a:off x="0" y="0"/>
            <a:ext cx="9144000" cy="347472"/>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49"/>
          <p:cNvSpPr/>
          <p:nvPr/>
        </p:nvSpPr>
        <p:spPr>
          <a:xfrm>
            <a:off x="365760" y="0"/>
            <a:ext cx="5486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03  ·  ARCHITECTURE</a:t>
            </a:r>
            <a:endParaRPr sz="1000">
              <a:solidFill>
                <a:schemeClr val="dk1"/>
              </a:solidFill>
              <a:latin typeface="Calibri"/>
              <a:ea typeface="Calibri"/>
              <a:cs typeface="Calibri"/>
              <a:sym typeface="Calibri"/>
            </a:endParaRPr>
          </a:p>
        </p:txBody>
      </p:sp>
      <p:sp>
        <p:nvSpPr>
          <p:cNvPr id="380" name="Google Shape;380;p49"/>
          <p:cNvSpPr/>
          <p:nvPr/>
        </p:nvSpPr>
        <p:spPr>
          <a:xfrm>
            <a:off x="457200" y="438912"/>
            <a:ext cx="8229600" cy="530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00000"/>
              </a:buClr>
              <a:buSzPts val="2600"/>
              <a:buFont typeface="Georgia"/>
              <a:buNone/>
            </a:pPr>
            <a:r>
              <a:rPr b="1" lang="en" sz="2600">
                <a:solidFill>
                  <a:srgbClr val="500000"/>
                </a:solidFill>
                <a:latin typeface="Georgia"/>
                <a:ea typeface="Georgia"/>
                <a:cs typeface="Georgia"/>
                <a:sym typeface="Georgia"/>
              </a:rPr>
              <a:t>Pipeline Schema</a:t>
            </a:r>
            <a:endParaRPr sz="2600">
              <a:solidFill>
                <a:schemeClr val="dk1"/>
              </a:solidFill>
              <a:latin typeface="Calibri"/>
              <a:ea typeface="Calibri"/>
              <a:cs typeface="Calibri"/>
              <a:sym typeface="Calibri"/>
            </a:endParaRPr>
          </a:p>
        </p:txBody>
      </p:sp>
      <p:sp>
        <p:nvSpPr>
          <p:cNvPr id="381" name="Google Shape;381;p49"/>
          <p:cNvSpPr/>
          <p:nvPr/>
        </p:nvSpPr>
        <p:spPr>
          <a:xfrm>
            <a:off x="1801310" y="1914596"/>
            <a:ext cx="1234500" cy="384000"/>
          </a:xfrm>
          <a:prstGeom prst="rect">
            <a:avLst/>
          </a:prstGeom>
          <a:solidFill>
            <a:srgbClr val="500000"/>
          </a:solidFill>
          <a:ln cap="flat" cmpd="sng" w="15225">
            <a:solidFill>
              <a:srgbClr val="5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49"/>
          <p:cNvSpPr/>
          <p:nvPr/>
        </p:nvSpPr>
        <p:spPr>
          <a:xfrm>
            <a:off x="1801310" y="1914596"/>
            <a:ext cx="12345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API</a:t>
            </a:r>
            <a:endParaRPr sz="1000">
              <a:solidFill>
                <a:schemeClr val="dk1"/>
              </a:solidFill>
              <a:latin typeface="Calibri"/>
              <a:ea typeface="Calibri"/>
              <a:cs typeface="Calibri"/>
              <a:sym typeface="Calibri"/>
            </a:endParaRPr>
          </a:p>
        </p:txBody>
      </p:sp>
      <p:sp>
        <p:nvSpPr>
          <p:cNvPr id="383" name="Google Shape;383;p49"/>
          <p:cNvSpPr/>
          <p:nvPr/>
        </p:nvSpPr>
        <p:spPr>
          <a:xfrm>
            <a:off x="3035808" y="2033431"/>
            <a:ext cx="201300" cy="1098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49"/>
          <p:cNvSpPr/>
          <p:nvPr/>
        </p:nvSpPr>
        <p:spPr>
          <a:xfrm>
            <a:off x="3182112" y="1996855"/>
            <a:ext cx="54900" cy="1830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5" name="Google Shape;385;p49"/>
          <p:cNvSpPr/>
          <p:nvPr/>
        </p:nvSpPr>
        <p:spPr>
          <a:xfrm>
            <a:off x="3236976" y="1896271"/>
            <a:ext cx="1234500" cy="384000"/>
          </a:xfrm>
          <a:prstGeom prst="rect">
            <a:avLst/>
          </a:prstGeom>
          <a:solidFill>
            <a:srgbClr val="FFFFFF"/>
          </a:solidFill>
          <a:ln cap="flat" cmpd="sng" w="15225">
            <a:solidFill>
              <a:srgbClr val="5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49"/>
          <p:cNvSpPr/>
          <p:nvPr/>
        </p:nvSpPr>
        <p:spPr>
          <a:xfrm>
            <a:off x="3236976" y="1896271"/>
            <a:ext cx="12345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00000"/>
              </a:buClr>
              <a:buSzPts val="1000"/>
              <a:buFont typeface="Calibri"/>
              <a:buNone/>
            </a:pPr>
            <a:r>
              <a:rPr b="1" lang="en" sz="1000">
                <a:solidFill>
                  <a:srgbClr val="500000"/>
                </a:solidFill>
                <a:latin typeface="Calibri"/>
                <a:ea typeface="Calibri"/>
                <a:cs typeface="Calibri"/>
                <a:sym typeface="Calibri"/>
              </a:rPr>
              <a:t>ETL</a:t>
            </a:r>
            <a:r>
              <a:rPr b="1" lang="en" sz="1000">
                <a:solidFill>
                  <a:srgbClr val="500000"/>
                </a:solidFill>
                <a:latin typeface="Calibri"/>
                <a:ea typeface="Calibri"/>
                <a:cs typeface="Calibri"/>
                <a:sym typeface="Calibri"/>
              </a:rPr>
              <a:t>.py</a:t>
            </a:r>
            <a:endParaRPr sz="1000">
              <a:solidFill>
                <a:schemeClr val="dk1"/>
              </a:solidFill>
              <a:latin typeface="Calibri"/>
              <a:ea typeface="Calibri"/>
              <a:cs typeface="Calibri"/>
              <a:sym typeface="Calibri"/>
            </a:endParaRPr>
          </a:p>
        </p:txBody>
      </p:sp>
      <p:sp>
        <p:nvSpPr>
          <p:cNvPr id="387" name="Google Shape;387;p49"/>
          <p:cNvSpPr/>
          <p:nvPr/>
        </p:nvSpPr>
        <p:spPr>
          <a:xfrm>
            <a:off x="4480588" y="2033431"/>
            <a:ext cx="201300" cy="1098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49"/>
          <p:cNvSpPr/>
          <p:nvPr/>
        </p:nvSpPr>
        <p:spPr>
          <a:xfrm>
            <a:off x="4626892" y="1996855"/>
            <a:ext cx="54900" cy="1830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9" name="Google Shape;389;p49"/>
          <p:cNvSpPr/>
          <p:nvPr/>
        </p:nvSpPr>
        <p:spPr>
          <a:xfrm>
            <a:off x="4681756" y="1896271"/>
            <a:ext cx="1234500" cy="384000"/>
          </a:xfrm>
          <a:prstGeom prst="rect">
            <a:avLst/>
          </a:prstGeom>
          <a:solidFill>
            <a:srgbClr val="500000"/>
          </a:solidFill>
          <a:ln cap="flat" cmpd="sng" w="15225">
            <a:solidFill>
              <a:srgbClr val="5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49"/>
          <p:cNvSpPr/>
          <p:nvPr/>
        </p:nvSpPr>
        <p:spPr>
          <a:xfrm>
            <a:off x="4681756" y="1896271"/>
            <a:ext cx="12345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PostgreSQL</a:t>
            </a:r>
            <a:endParaRPr sz="1000">
              <a:solidFill>
                <a:schemeClr val="dk1"/>
              </a:solidFill>
              <a:latin typeface="Calibri"/>
              <a:ea typeface="Calibri"/>
              <a:cs typeface="Calibri"/>
              <a:sym typeface="Calibri"/>
            </a:endParaRPr>
          </a:p>
        </p:txBody>
      </p:sp>
      <p:sp>
        <p:nvSpPr>
          <p:cNvPr id="391" name="Google Shape;391;p49"/>
          <p:cNvSpPr/>
          <p:nvPr/>
        </p:nvSpPr>
        <p:spPr>
          <a:xfrm>
            <a:off x="5916196" y="2033431"/>
            <a:ext cx="201300" cy="1098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49"/>
          <p:cNvSpPr/>
          <p:nvPr/>
        </p:nvSpPr>
        <p:spPr>
          <a:xfrm>
            <a:off x="6062500" y="1996855"/>
            <a:ext cx="54900" cy="1830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49"/>
          <p:cNvSpPr/>
          <p:nvPr/>
        </p:nvSpPr>
        <p:spPr>
          <a:xfrm>
            <a:off x="6117364" y="1896271"/>
            <a:ext cx="1234500" cy="384000"/>
          </a:xfrm>
          <a:prstGeom prst="rect">
            <a:avLst/>
          </a:prstGeom>
          <a:solidFill>
            <a:srgbClr val="500000"/>
          </a:solidFill>
          <a:ln cap="flat" cmpd="sng" w="15225">
            <a:solidFill>
              <a:srgbClr val="5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49"/>
          <p:cNvSpPr/>
          <p:nvPr/>
        </p:nvSpPr>
        <p:spPr>
          <a:xfrm>
            <a:off x="6117364" y="1896271"/>
            <a:ext cx="12345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Streamlit</a:t>
            </a:r>
            <a:endParaRPr sz="1000">
              <a:solidFill>
                <a:schemeClr val="dk1"/>
              </a:solidFill>
              <a:latin typeface="Calibri"/>
              <a:ea typeface="Calibri"/>
              <a:cs typeface="Calibri"/>
              <a:sym typeface="Calibri"/>
            </a:endParaRPr>
          </a:p>
        </p:txBody>
      </p:sp>
      <p:sp>
        <p:nvSpPr>
          <p:cNvPr id="395" name="Google Shape;395;p49"/>
          <p:cNvSpPr/>
          <p:nvPr/>
        </p:nvSpPr>
        <p:spPr>
          <a:xfrm>
            <a:off x="3236977" y="2399186"/>
            <a:ext cx="1234500" cy="201300"/>
          </a:xfrm>
          <a:prstGeom prst="rect">
            <a:avLst/>
          </a:prstGeom>
          <a:solidFill>
            <a:srgbClr val="F9F6F6"/>
          </a:solidFill>
          <a:ln cap="flat" cmpd="sng" w="12700">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p49"/>
          <p:cNvSpPr/>
          <p:nvPr/>
        </p:nvSpPr>
        <p:spPr>
          <a:xfrm>
            <a:off x="3236977" y="2399186"/>
            <a:ext cx="12345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6B"/>
              </a:buClr>
              <a:buSzPts val="800"/>
              <a:buFont typeface="Calibri"/>
              <a:buNone/>
            </a:pPr>
            <a:r>
              <a:rPr i="1" lang="en" sz="800">
                <a:solidFill>
                  <a:srgbClr val="6B6B6B"/>
                </a:solidFill>
                <a:latin typeface="Calibri"/>
                <a:ea typeface="Calibri"/>
                <a:cs typeface="Calibri"/>
                <a:sym typeface="Calibri"/>
              </a:rPr>
              <a:t>ETL Container</a:t>
            </a:r>
            <a:endParaRPr sz="800">
              <a:solidFill>
                <a:schemeClr val="dk1"/>
              </a:solidFill>
              <a:latin typeface="Calibri"/>
              <a:ea typeface="Calibri"/>
              <a:cs typeface="Calibri"/>
              <a:sym typeface="Calibri"/>
            </a:endParaRPr>
          </a:p>
        </p:txBody>
      </p:sp>
      <p:sp>
        <p:nvSpPr>
          <p:cNvPr id="397" name="Google Shape;397;p49"/>
          <p:cNvSpPr/>
          <p:nvPr/>
        </p:nvSpPr>
        <p:spPr>
          <a:xfrm>
            <a:off x="6120557" y="2399191"/>
            <a:ext cx="1234500" cy="201300"/>
          </a:xfrm>
          <a:prstGeom prst="rect">
            <a:avLst/>
          </a:prstGeom>
          <a:solidFill>
            <a:srgbClr val="F9F6F6"/>
          </a:solidFill>
          <a:ln cap="flat" cmpd="sng" w="12700">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49"/>
          <p:cNvSpPr/>
          <p:nvPr/>
        </p:nvSpPr>
        <p:spPr>
          <a:xfrm>
            <a:off x="6120557" y="2399191"/>
            <a:ext cx="12345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6B"/>
              </a:buClr>
              <a:buSzPts val="800"/>
              <a:buFont typeface="Calibri"/>
              <a:buNone/>
            </a:pPr>
            <a:r>
              <a:rPr i="1" lang="en" sz="800">
                <a:solidFill>
                  <a:srgbClr val="6B6B6B"/>
                </a:solidFill>
                <a:latin typeface="Calibri"/>
                <a:ea typeface="Calibri"/>
                <a:cs typeface="Calibri"/>
                <a:sym typeface="Calibri"/>
              </a:rPr>
              <a:t>Streamlit Container</a:t>
            </a:r>
            <a:endParaRPr sz="800">
              <a:solidFill>
                <a:schemeClr val="dk1"/>
              </a:solidFill>
              <a:latin typeface="Calibri"/>
              <a:ea typeface="Calibri"/>
              <a:cs typeface="Calibri"/>
              <a:sym typeface="Calibri"/>
            </a:endParaRPr>
          </a:p>
        </p:txBody>
      </p:sp>
      <p:sp>
        <p:nvSpPr>
          <p:cNvPr id="399" name="Google Shape;399;p49"/>
          <p:cNvSpPr/>
          <p:nvPr/>
        </p:nvSpPr>
        <p:spPr>
          <a:xfrm>
            <a:off x="457200" y="1402854"/>
            <a:ext cx="8229600" cy="2559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49"/>
          <p:cNvSpPr/>
          <p:nvPr/>
        </p:nvSpPr>
        <p:spPr>
          <a:xfrm>
            <a:off x="548640" y="1402854"/>
            <a:ext cx="8046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Calibri"/>
              <a:buNone/>
            </a:pPr>
            <a:r>
              <a:rPr b="1" lang="en" sz="800">
                <a:solidFill>
                  <a:srgbClr val="FFFFFF"/>
                </a:solidFill>
                <a:latin typeface="Calibri"/>
                <a:ea typeface="Calibri"/>
                <a:cs typeface="Calibri"/>
                <a:sym typeface="Calibri"/>
              </a:rPr>
              <a:t>Pipeline Diagram</a:t>
            </a:r>
            <a:endParaRPr sz="800">
              <a:solidFill>
                <a:schemeClr val="dk1"/>
              </a:solidFill>
              <a:latin typeface="Calibri"/>
              <a:ea typeface="Calibri"/>
              <a:cs typeface="Calibri"/>
              <a:sym typeface="Calibri"/>
            </a:endParaRPr>
          </a:p>
        </p:txBody>
      </p:sp>
      <p:sp>
        <p:nvSpPr>
          <p:cNvPr id="401" name="Google Shape;401;p49"/>
          <p:cNvSpPr/>
          <p:nvPr/>
        </p:nvSpPr>
        <p:spPr>
          <a:xfrm>
            <a:off x="288258" y="3432822"/>
            <a:ext cx="2743200" cy="86880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49"/>
          <p:cNvSpPr/>
          <p:nvPr/>
        </p:nvSpPr>
        <p:spPr>
          <a:xfrm>
            <a:off x="288258" y="3432822"/>
            <a:ext cx="54900" cy="8688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49"/>
          <p:cNvSpPr/>
          <p:nvPr/>
        </p:nvSpPr>
        <p:spPr>
          <a:xfrm>
            <a:off x="406993" y="3432924"/>
            <a:ext cx="2560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EXTRACT</a:t>
            </a:r>
            <a:endParaRPr sz="750">
              <a:solidFill>
                <a:schemeClr val="dk1"/>
              </a:solidFill>
              <a:latin typeface="Calibri"/>
              <a:ea typeface="Calibri"/>
              <a:cs typeface="Calibri"/>
              <a:sym typeface="Calibri"/>
            </a:endParaRPr>
          </a:p>
        </p:txBody>
      </p:sp>
      <p:sp>
        <p:nvSpPr>
          <p:cNvPr id="404" name="Google Shape;404;p49"/>
          <p:cNvSpPr/>
          <p:nvPr/>
        </p:nvSpPr>
        <p:spPr>
          <a:xfrm>
            <a:off x="388758" y="3568014"/>
            <a:ext cx="2542200" cy="73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chemeClr val="dk1"/>
                </a:solidFill>
                <a:latin typeface="Calibri"/>
                <a:ea typeface="Calibri"/>
                <a:cs typeface="Calibri"/>
                <a:sym typeface="Calibri"/>
              </a:rPr>
              <a:t>Data is fetched in batches using the requests library on the data records.</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000"/>
              <a:buFont typeface="Calibri"/>
              <a:buNone/>
            </a:pPr>
            <a:r>
              <a:rPr lang="en" sz="900">
                <a:solidFill>
                  <a:schemeClr val="dk1"/>
                </a:solidFill>
                <a:latin typeface="Calibri"/>
                <a:ea typeface="Calibri"/>
                <a:cs typeface="Calibri"/>
                <a:sym typeface="Calibri"/>
              </a:rPr>
              <a:t>current_batch = response.json()['result']['records']</a:t>
            </a:r>
            <a:endParaRPr sz="900">
              <a:solidFill>
                <a:schemeClr val="dk1"/>
              </a:solidFill>
              <a:latin typeface="Calibri"/>
              <a:ea typeface="Calibri"/>
              <a:cs typeface="Calibri"/>
              <a:sym typeface="Calibri"/>
            </a:endParaRPr>
          </a:p>
        </p:txBody>
      </p:sp>
      <p:sp>
        <p:nvSpPr>
          <p:cNvPr id="405" name="Google Shape;405;p49"/>
          <p:cNvSpPr/>
          <p:nvPr/>
        </p:nvSpPr>
        <p:spPr>
          <a:xfrm>
            <a:off x="3196050" y="3432822"/>
            <a:ext cx="2743200" cy="86880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49"/>
          <p:cNvSpPr/>
          <p:nvPr/>
        </p:nvSpPr>
        <p:spPr>
          <a:xfrm>
            <a:off x="3196050" y="3432822"/>
            <a:ext cx="54900" cy="8688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49"/>
          <p:cNvSpPr/>
          <p:nvPr/>
        </p:nvSpPr>
        <p:spPr>
          <a:xfrm>
            <a:off x="3356072" y="3432874"/>
            <a:ext cx="2560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TRANSFORM</a:t>
            </a:r>
            <a:endParaRPr sz="750">
              <a:solidFill>
                <a:schemeClr val="dk1"/>
              </a:solidFill>
              <a:latin typeface="Calibri"/>
              <a:ea typeface="Calibri"/>
              <a:cs typeface="Calibri"/>
              <a:sym typeface="Calibri"/>
            </a:endParaRPr>
          </a:p>
        </p:txBody>
      </p:sp>
      <p:sp>
        <p:nvSpPr>
          <p:cNvPr id="408" name="Google Shape;408;p49"/>
          <p:cNvSpPr/>
          <p:nvPr/>
        </p:nvSpPr>
        <p:spPr>
          <a:xfrm>
            <a:off x="3346958" y="3451064"/>
            <a:ext cx="2541900" cy="8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t/>
            </a:r>
            <a:endParaRPr i="1" sz="1000">
              <a:solidFill>
                <a:srgbClr val="6B6B6B"/>
              </a:solidFill>
              <a:latin typeface="Calibri"/>
              <a:ea typeface="Calibri"/>
              <a:cs typeface="Calibri"/>
              <a:sym typeface="Calibri"/>
            </a:endParaRPr>
          </a:p>
          <a:p>
            <a:pPr indent="0" lvl="0" marL="0" marR="0" rtl="0" algn="l">
              <a:spcBef>
                <a:spcPts val="0"/>
              </a:spcBef>
              <a:spcAft>
                <a:spcPts val="0"/>
              </a:spcAft>
              <a:buClr>
                <a:srgbClr val="6B6B6B"/>
              </a:buClr>
              <a:buSzPts val="1000"/>
              <a:buFont typeface="Calibri"/>
              <a:buNone/>
            </a:pPr>
            <a:r>
              <a:rPr lang="en" sz="800">
                <a:solidFill>
                  <a:schemeClr val="dk1"/>
                </a:solidFill>
                <a:latin typeface="Calibri"/>
                <a:ea typeface="Calibri"/>
                <a:cs typeface="Calibri"/>
                <a:sym typeface="Calibri"/>
              </a:rPr>
              <a:t>The bulk of the columns are converted to numeric types, inserting “NA” for missing values, and normalizing capitalization and other string formatting. Functions like pd.to_numeric(), df.replace(), pd.isna(), and df.apply() are common methods used to achieve this goal.</a:t>
            </a:r>
            <a:endParaRPr sz="800">
              <a:solidFill>
                <a:schemeClr val="dk1"/>
              </a:solidFill>
              <a:latin typeface="Calibri"/>
              <a:ea typeface="Calibri"/>
              <a:cs typeface="Calibri"/>
              <a:sym typeface="Calibri"/>
            </a:endParaRPr>
          </a:p>
        </p:txBody>
      </p:sp>
      <p:sp>
        <p:nvSpPr>
          <p:cNvPr id="409" name="Google Shape;409;p49"/>
          <p:cNvSpPr/>
          <p:nvPr/>
        </p:nvSpPr>
        <p:spPr>
          <a:xfrm>
            <a:off x="6103842" y="3432822"/>
            <a:ext cx="2743200" cy="86880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49"/>
          <p:cNvSpPr/>
          <p:nvPr/>
        </p:nvSpPr>
        <p:spPr>
          <a:xfrm>
            <a:off x="6103842" y="3432822"/>
            <a:ext cx="54900" cy="8688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49"/>
          <p:cNvSpPr/>
          <p:nvPr/>
        </p:nvSpPr>
        <p:spPr>
          <a:xfrm>
            <a:off x="6241002" y="3432824"/>
            <a:ext cx="2560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LOAD</a:t>
            </a:r>
            <a:endParaRPr sz="750">
              <a:solidFill>
                <a:schemeClr val="dk1"/>
              </a:solidFill>
              <a:latin typeface="Calibri"/>
              <a:ea typeface="Calibri"/>
              <a:cs typeface="Calibri"/>
              <a:sym typeface="Calibri"/>
            </a:endParaRPr>
          </a:p>
        </p:txBody>
      </p:sp>
      <p:sp>
        <p:nvSpPr>
          <p:cNvPr id="412" name="Google Shape;412;p49"/>
          <p:cNvSpPr/>
          <p:nvPr/>
        </p:nvSpPr>
        <p:spPr>
          <a:xfrm>
            <a:off x="6204358" y="3631012"/>
            <a:ext cx="2541900" cy="60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900">
                <a:solidFill>
                  <a:schemeClr val="dk1"/>
                </a:solidFill>
                <a:latin typeface="Calibri"/>
                <a:ea typeface="Calibri"/>
                <a:cs typeface="Calibri"/>
                <a:sym typeface="Calibri"/>
              </a:rPr>
              <a:t>To connect to the PostgreSQL database, the code uses psycopg2 to connect via parameters from the .env file. Next, we execute a query that creates all the necessary tables for our schema and commit the changes</a:t>
            </a:r>
            <a:r>
              <a:rPr i="1" lang="en" sz="1000">
                <a:solidFill>
                  <a:srgbClr val="6B6B6B"/>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413" name="Google Shape;413;p49"/>
          <p:cNvSpPr/>
          <p:nvPr/>
        </p:nvSpPr>
        <p:spPr>
          <a:xfrm>
            <a:off x="8046720" y="4800600"/>
            <a:ext cx="9144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B6B"/>
              </a:buClr>
              <a:buSzPts val="900"/>
              <a:buFont typeface="Calibri"/>
              <a:buNone/>
            </a:pPr>
            <a:r>
              <a:rPr lang="en" sz="900">
                <a:solidFill>
                  <a:srgbClr val="6B6B6B"/>
                </a:solidFill>
                <a:latin typeface="Calibri"/>
                <a:ea typeface="Calibri"/>
                <a:cs typeface="Calibri"/>
                <a:sym typeface="Calibri"/>
              </a:rPr>
              <a:t>4 / 12</a:t>
            </a:r>
            <a:endParaRPr sz="900">
              <a:solidFill>
                <a:schemeClr val="dk1"/>
              </a:solidFill>
              <a:latin typeface="Calibri"/>
              <a:ea typeface="Calibri"/>
              <a:cs typeface="Calibri"/>
              <a:sym typeface="Calibri"/>
            </a:endParaRPr>
          </a:p>
        </p:txBody>
      </p:sp>
      <p:sp>
        <p:nvSpPr>
          <p:cNvPr id="414" name="Google Shape;414;p49"/>
          <p:cNvSpPr/>
          <p:nvPr/>
        </p:nvSpPr>
        <p:spPr>
          <a:xfrm>
            <a:off x="4678769" y="2392590"/>
            <a:ext cx="1234500" cy="201300"/>
          </a:xfrm>
          <a:prstGeom prst="rect">
            <a:avLst/>
          </a:prstGeom>
          <a:solidFill>
            <a:srgbClr val="F9F6F6"/>
          </a:solidFill>
          <a:ln cap="flat" cmpd="sng" w="12700">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49"/>
          <p:cNvSpPr/>
          <p:nvPr/>
        </p:nvSpPr>
        <p:spPr>
          <a:xfrm>
            <a:off x="4678769" y="2392590"/>
            <a:ext cx="12345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6B"/>
              </a:buClr>
              <a:buSzPts val="800"/>
              <a:buFont typeface="Calibri"/>
              <a:buNone/>
            </a:pPr>
            <a:r>
              <a:rPr i="1" lang="en" sz="800">
                <a:solidFill>
                  <a:srgbClr val="6B6B6B"/>
                </a:solidFill>
                <a:latin typeface="Calibri"/>
                <a:ea typeface="Calibri"/>
                <a:cs typeface="Calibri"/>
                <a:sym typeface="Calibri"/>
              </a:rPr>
              <a:t>PostreSQL </a:t>
            </a:r>
            <a:r>
              <a:rPr i="1" lang="en" sz="800">
                <a:solidFill>
                  <a:srgbClr val="6B6B6B"/>
                </a:solidFill>
                <a:latin typeface="Calibri"/>
                <a:ea typeface="Calibri"/>
                <a:cs typeface="Calibri"/>
                <a:sym typeface="Calibri"/>
              </a:rPr>
              <a:t>Container</a:t>
            </a:r>
            <a:endParaRPr sz="800">
              <a:solidFill>
                <a:schemeClr val="dk1"/>
              </a:solidFill>
              <a:latin typeface="Calibri"/>
              <a:ea typeface="Calibri"/>
              <a:cs typeface="Calibri"/>
              <a:sym typeface="Calibri"/>
            </a:endParaRPr>
          </a:p>
        </p:txBody>
      </p:sp>
      <p:sp>
        <p:nvSpPr>
          <p:cNvPr id="416" name="Google Shape;416;p49"/>
          <p:cNvSpPr/>
          <p:nvPr/>
        </p:nvSpPr>
        <p:spPr>
          <a:xfrm>
            <a:off x="6117382" y="2671004"/>
            <a:ext cx="1234500" cy="201300"/>
          </a:xfrm>
          <a:prstGeom prst="rect">
            <a:avLst/>
          </a:prstGeom>
          <a:solidFill>
            <a:srgbClr val="F9F6F6"/>
          </a:solidFill>
          <a:ln cap="flat" cmpd="sng" w="12700">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49"/>
          <p:cNvSpPr/>
          <p:nvPr/>
        </p:nvSpPr>
        <p:spPr>
          <a:xfrm>
            <a:off x="6117382" y="2671004"/>
            <a:ext cx="12345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6B"/>
              </a:buClr>
              <a:buSzPts val="800"/>
              <a:buFont typeface="Calibri"/>
              <a:buNone/>
            </a:pPr>
            <a:r>
              <a:rPr i="1" lang="en" sz="800">
                <a:solidFill>
                  <a:srgbClr val="6B6B6B"/>
                </a:solidFill>
                <a:latin typeface="Calibri"/>
                <a:ea typeface="Calibri"/>
                <a:cs typeface="Calibri"/>
                <a:sym typeface="Calibri"/>
              </a:rPr>
              <a:t>Port 8501</a:t>
            </a:r>
            <a:endParaRPr sz="800">
              <a:solidFill>
                <a:schemeClr val="dk1"/>
              </a:solidFill>
              <a:latin typeface="Calibri"/>
              <a:ea typeface="Calibri"/>
              <a:cs typeface="Calibri"/>
              <a:sym typeface="Calibri"/>
            </a:endParaRPr>
          </a:p>
        </p:txBody>
      </p:sp>
      <p:sp>
        <p:nvSpPr>
          <p:cNvPr id="418" name="Google Shape;418;p49"/>
          <p:cNvSpPr/>
          <p:nvPr/>
        </p:nvSpPr>
        <p:spPr>
          <a:xfrm>
            <a:off x="4678769" y="2671004"/>
            <a:ext cx="1234500" cy="201300"/>
          </a:xfrm>
          <a:prstGeom prst="rect">
            <a:avLst/>
          </a:prstGeom>
          <a:solidFill>
            <a:srgbClr val="F9F6F6"/>
          </a:solidFill>
          <a:ln cap="flat" cmpd="sng" w="12700">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49"/>
          <p:cNvSpPr/>
          <p:nvPr/>
        </p:nvSpPr>
        <p:spPr>
          <a:xfrm>
            <a:off x="4678769" y="2671004"/>
            <a:ext cx="12345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B6B"/>
              </a:buClr>
              <a:buSzPts val="800"/>
              <a:buFont typeface="Calibri"/>
              <a:buNone/>
            </a:pPr>
            <a:r>
              <a:rPr i="1" lang="en" sz="800">
                <a:solidFill>
                  <a:srgbClr val="6B6B6B"/>
                </a:solidFill>
                <a:latin typeface="Calibri"/>
                <a:ea typeface="Calibri"/>
                <a:cs typeface="Calibri"/>
                <a:sym typeface="Calibri"/>
              </a:rPr>
              <a:t>Port 5432</a:t>
            </a:r>
            <a:endParaRPr sz="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6"/>
        </a:solidFill>
      </p:bgPr>
    </p:bg>
    <p:spTree>
      <p:nvGrpSpPr>
        <p:cNvPr id="424" name="Shape 424"/>
        <p:cNvGrpSpPr/>
        <p:nvPr/>
      </p:nvGrpSpPr>
      <p:grpSpPr>
        <a:xfrm>
          <a:off x="0" y="0"/>
          <a:ext cx="0" cy="0"/>
          <a:chOff x="0" y="0"/>
          <a:chExt cx="0" cy="0"/>
        </a:xfrm>
      </p:grpSpPr>
      <p:sp>
        <p:nvSpPr>
          <p:cNvPr id="425" name="Google Shape;425;p50"/>
          <p:cNvSpPr/>
          <p:nvPr/>
        </p:nvSpPr>
        <p:spPr>
          <a:xfrm>
            <a:off x="457200" y="384048"/>
            <a:ext cx="0" cy="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50"/>
          <p:cNvSpPr/>
          <p:nvPr/>
        </p:nvSpPr>
        <p:spPr>
          <a:xfrm>
            <a:off x="0" y="0"/>
            <a:ext cx="9144000" cy="347472"/>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50"/>
          <p:cNvSpPr/>
          <p:nvPr/>
        </p:nvSpPr>
        <p:spPr>
          <a:xfrm>
            <a:off x="365760" y="0"/>
            <a:ext cx="5486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04  ·  TRANSFORM</a:t>
            </a:r>
            <a:endParaRPr sz="1000">
              <a:solidFill>
                <a:schemeClr val="dk1"/>
              </a:solidFill>
              <a:latin typeface="Calibri"/>
              <a:ea typeface="Calibri"/>
              <a:cs typeface="Calibri"/>
              <a:sym typeface="Calibri"/>
            </a:endParaRPr>
          </a:p>
        </p:txBody>
      </p:sp>
      <p:sp>
        <p:nvSpPr>
          <p:cNvPr id="428" name="Google Shape;428;p50"/>
          <p:cNvSpPr/>
          <p:nvPr/>
        </p:nvSpPr>
        <p:spPr>
          <a:xfrm>
            <a:off x="457200" y="438912"/>
            <a:ext cx="82296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00000"/>
              </a:buClr>
              <a:buSzPts val="2600"/>
              <a:buFont typeface="Georgia"/>
              <a:buNone/>
            </a:pPr>
            <a:r>
              <a:rPr b="1" lang="en" sz="2600">
                <a:solidFill>
                  <a:srgbClr val="500000"/>
                </a:solidFill>
                <a:latin typeface="Georgia"/>
                <a:ea typeface="Georgia"/>
                <a:cs typeface="Georgia"/>
                <a:sym typeface="Georgia"/>
              </a:rPr>
              <a:t>Data Cleaning and Transformation Steps</a:t>
            </a:r>
            <a:endParaRPr sz="2600">
              <a:solidFill>
                <a:schemeClr val="dk1"/>
              </a:solidFill>
              <a:latin typeface="Calibri"/>
              <a:ea typeface="Calibri"/>
              <a:cs typeface="Calibri"/>
              <a:sym typeface="Calibri"/>
            </a:endParaRPr>
          </a:p>
        </p:txBody>
      </p:sp>
      <p:sp>
        <p:nvSpPr>
          <p:cNvPr id="429" name="Google Shape;429;p50"/>
          <p:cNvSpPr/>
          <p:nvPr/>
        </p:nvSpPr>
        <p:spPr>
          <a:xfrm>
            <a:off x="457200" y="1078992"/>
            <a:ext cx="4114800" cy="91440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0" name="Google Shape;430;p50"/>
          <p:cNvSpPr/>
          <p:nvPr/>
        </p:nvSpPr>
        <p:spPr>
          <a:xfrm>
            <a:off x="457200" y="1078992"/>
            <a:ext cx="54864" cy="9144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50"/>
          <p:cNvSpPr/>
          <p:nvPr/>
        </p:nvSpPr>
        <p:spPr>
          <a:xfrm>
            <a:off x="594360" y="1152144"/>
            <a:ext cx="3931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NORMALIZATION</a:t>
            </a:r>
            <a:endParaRPr sz="750">
              <a:solidFill>
                <a:schemeClr val="dk1"/>
              </a:solidFill>
              <a:latin typeface="Calibri"/>
              <a:ea typeface="Calibri"/>
              <a:cs typeface="Calibri"/>
              <a:sym typeface="Calibri"/>
            </a:endParaRPr>
          </a:p>
        </p:txBody>
      </p:sp>
      <p:sp>
        <p:nvSpPr>
          <p:cNvPr id="432" name="Google Shape;432;p50"/>
          <p:cNvSpPr/>
          <p:nvPr/>
        </p:nvSpPr>
        <p:spPr>
          <a:xfrm>
            <a:off x="594400" y="1390050"/>
            <a:ext cx="3730800" cy="658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Replace 'Not Available' with NA; standardize categorical values (race, ethnicity);</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strip/clean strings (e.g., remove "Beat", "(Airport)"); enforce consistent formats</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000"/>
              <a:buFont typeface="Calibri"/>
              <a:buNone/>
            </a:pPr>
            <a:r>
              <a:t/>
            </a:r>
            <a:endParaRPr i="1" sz="1000">
              <a:solidFill>
                <a:srgbClr val="6B6B6B"/>
              </a:solidFill>
              <a:latin typeface="Calibri"/>
              <a:ea typeface="Calibri"/>
              <a:cs typeface="Calibri"/>
              <a:sym typeface="Calibri"/>
            </a:endParaRPr>
          </a:p>
        </p:txBody>
      </p:sp>
      <p:sp>
        <p:nvSpPr>
          <p:cNvPr id="433" name="Google Shape;433;p50"/>
          <p:cNvSpPr/>
          <p:nvPr/>
        </p:nvSpPr>
        <p:spPr>
          <a:xfrm>
            <a:off x="457200" y="2130552"/>
            <a:ext cx="4114800" cy="91440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50"/>
          <p:cNvSpPr/>
          <p:nvPr/>
        </p:nvSpPr>
        <p:spPr>
          <a:xfrm>
            <a:off x="457200" y="2130552"/>
            <a:ext cx="54864" cy="9144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50"/>
          <p:cNvSpPr/>
          <p:nvPr/>
        </p:nvSpPr>
        <p:spPr>
          <a:xfrm>
            <a:off x="594360" y="2203704"/>
            <a:ext cx="3931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TYPE CONVERSION</a:t>
            </a:r>
            <a:endParaRPr sz="750">
              <a:solidFill>
                <a:schemeClr val="dk1"/>
              </a:solidFill>
              <a:latin typeface="Calibri"/>
              <a:ea typeface="Calibri"/>
              <a:cs typeface="Calibri"/>
              <a:sym typeface="Calibri"/>
            </a:endParaRPr>
          </a:p>
        </p:txBody>
      </p:sp>
      <p:sp>
        <p:nvSpPr>
          <p:cNvPr id="436" name="Google Shape;436;p50"/>
          <p:cNvSpPr/>
          <p:nvPr/>
        </p:nvSpPr>
        <p:spPr>
          <a:xfrm>
            <a:off x="594360" y="2404872"/>
            <a:ext cx="391363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chemeClr val="dk1"/>
                </a:solidFill>
                <a:latin typeface="Calibri"/>
                <a:ea typeface="Calibri"/>
                <a:cs typeface="Calibri"/>
                <a:sym typeface="Calibri"/>
              </a:rPr>
              <a:t>Strings → datetime (INC_DATE);</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strings → numeric (INC_IR_NO, INC_YEAR, ZIPCODE, AGE, COUNTS);</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extract time from datetime (INC_TIME)</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000"/>
              <a:buFont typeface="Calibri"/>
              <a:buNone/>
            </a:pPr>
            <a:r>
              <a:t/>
            </a:r>
            <a:endParaRPr i="1" sz="1000">
              <a:solidFill>
                <a:srgbClr val="6B6B6B"/>
              </a:solidFill>
              <a:latin typeface="Calibri"/>
              <a:ea typeface="Calibri"/>
              <a:cs typeface="Calibri"/>
              <a:sym typeface="Calibri"/>
            </a:endParaRPr>
          </a:p>
        </p:txBody>
      </p:sp>
      <p:sp>
        <p:nvSpPr>
          <p:cNvPr id="437" name="Google Shape;437;p50"/>
          <p:cNvSpPr/>
          <p:nvPr/>
        </p:nvSpPr>
        <p:spPr>
          <a:xfrm>
            <a:off x="457200" y="3182112"/>
            <a:ext cx="4114800" cy="91440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50"/>
          <p:cNvSpPr/>
          <p:nvPr/>
        </p:nvSpPr>
        <p:spPr>
          <a:xfrm>
            <a:off x="457200" y="3182112"/>
            <a:ext cx="54864" cy="9144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50"/>
          <p:cNvSpPr/>
          <p:nvPr/>
        </p:nvSpPr>
        <p:spPr>
          <a:xfrm>
            <a:off x="594360" y="3255264"/>
            <a:ext cx="3931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DUPLICATE REMOVAL</a:t>
            </a:r>
            <a:endParaRPr sz="750">
              <a:solidFill>
                <a:schemeClr val="dk1"/>
              </a:solidFill>
              <a:latin typeface="Calibri"/>
              <a:ea typeface="Calibri"/>
              <a:cs typeface="Calibri"/>
              <a:sym typeface="Calibri"/>
            </a:endParaRPr>
          </a:p>
        </p:txBody>
      </p:sp>
      <p:sp>
        <p:nvSpPr>
          <p:cNvPr id="440" name="Google Shape;440;p50"/>
          <p:cNvSpPr/>
          <p:nvPr/>
        </p:nvSpPr>
        <p:spPr>
          <a:xfrm>
            <a:off x="594360" y="3456432"/>
            <a:ext cx="391363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chemeClr val="dk1"/>
                </a:solidFill>
                <a:latin typeface="Calibri"/>
                <a:ea typeface="Calibri"/>
                <a:cs typeface="Calibri"/>
                <a:sym typeface="Calibri"/>
              </a:rPr>
              <a:t>drop_duplicates() applied after splitting into normalized tables</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(incident_reports, citizens, incident_details)</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000"/>
              <a:buFont typeface="Calibri"/>
              <a:buNone/>
            </a:pPr>
            <a:r>
              <a:t/>
            </a:r>
            <a:endParaRPr i="1" sz="1000">
              <a:solidFill>
                <a:srgbClr val="6B6B6B"/>
              </a:solidFill>
              <a:latin typeface="Calibri"/>
              <a:ea typeface="Calibri"/>
              <a:cs typeface="Calibri"/>
              <a:sym typeface="Calibri"/>
            </a:endParaRPr>
          </a:p>
        </p:txBody>
      </p:sp>
      <p:sp>
        <p:nvSpPr>
          <p:cNvPr id="441" name="Google Shape;441;p50"/>
          <p:cNvSpPr/>
          <p:nvPr/>
        </p:nvSpPr>
        <p:spPr>
          <a:xfrm>
            <a:off x="4754880" y="1078992"/>
            <a:ext cx="3931920" cy="91440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50"/>
          <p:cNvSpPr/>
          <p:nvPr/>
        </p:nvSpPr>
        <p:spPr>
          <a:xfrm>
            <a:off x="4754880" y="1078992"/>
            <a:ext cx="54864" cy="9144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50"/>
          <p:cNvSpPr/>
          <p:nvPr/>
        </p:nvSpPr>
        <p:spPr>
          <a:xfrm>
            <a:off x="4892040" y="1152144"/>
            <a:ext cx="37490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MISSING VALUES STRATEGY</a:t>
            </a:r>
            <a:endParaRPr sz="750">
              <a:solidFill>
                <a:schemeClr val="dk1"/>
              </a:solidFill>
              <a:latin typeface="Calibri"/>
              <a:ea typeface="Calibri"/>
              <a:cs typeface="Calibri"/>
              <a:sym typeface="Calibri"/>
            </a:endParaRPr>
          </a:p>
        </p:txBody>
      </p:sp>
      <p:sp>
        <p:nvSpPr>
          <p:cNvPr id="444" name="Google Shape;444;p50"/>
          <p:cNvSpPr/>
          <p:nvPr/>
        </p:nvSpPr>
        <p:spPr>
          <a:xfrm>
            <a:off x="4892015" y="1449300"/>
            <a:ext cx="3730800" cy="56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Replace 'Not Available' → NA → None;</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drop rows missing primary keys (INC_IR_NO, CIT_NUMBER);</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leave other missing values as NULL (no blanket drop)</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000"/>
              <a:buFont typeface="Calibri"/>
              <a:buNone/>
            </a:pPr>
            <a:r>
              <a:t/>
            </a:r>
            <a:endParaRPr i="1" sz="1000">
              <a:solidFill>
                <a:srgbClr val="6B6B6B"/>
              </a:solidFill>
              <a:latin typeface="Calibri"/>
              <a:ea typeface="Calibri"/>
              <a:cs typeface="Calibri"/>
              <a:sym typeface="Calibri"/>
            </a:endParaRPr>
          </a:p>
        </p:txBody>
      </p:sp>
      <p:sp>
        <p:nvSpPr>
          <p:cNvPr id="445" name="Google Shape;445;p50"/>
          <p:cNvSpPr/>
          <p:nvPr/>
        </p:nvSpPr>
        <p:spPr>
          <a:xfrm>
            <a:off x="4754880" y="2130552"/>
            <a:ext cx="3931920" cy="91440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50"/>
          <p:cNvSpPr/>
          <p:nvPr/>
        </p:nvSpPr>
        <p:spPr>
          <a:xfrm>
            <a:off x="4754880" y="2130552"/>
            <a:ext cx="54864" cy="9144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50"/>
          <p:cNvSpPr/>
          <p:nvPr/>
        </p:nvSpPr>
        <p:spPr>
          <a:xfrm>
            <a:off x="4892040" y="2203704"/>
            <a:ext cx="37490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FORMAT STANDARDIZATION</a:t>
            </a:r>
            <a:endParaRPr sz="750">
              <a:solidFill>
                <a:schemeClr val="dk1"/>
              </a:solidFill>
              <a:latin typeface="Calibri"/>
              <a:ea typeface="Calibri"/>
              <a:cs typeface="Calibri"/>
              <a:sym typeface="Calibri"/>
            </a:endParaRPr>
          </a:p>
        </p:txBody>
      </p:sp>
      <p:sp>
        <p:nvSpPr>
          <p:cNvPr id="448" name="Google Shape;448;p50"/>
          <p:cNvSpPr/>
          <p:nvPr/>
        </p:nvSpPr>
        <p:spPr>
          <a:xfrm>
            <a:off x="4892040" y="2404872"/>
            <a:ext cx="3730752" cy="56692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Standardize date-time format using pandas datetime;</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normalize race/ethnicity labels (e.g., "whi" → "White");</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force state = 'AZ'; consistent age groups (20s, 30s, etc.)</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000"/>
              <a:buFont typeface="Calibri"/>
              <a:buNone/>
            </a:pPr>
            <a:r>
              <a:t/>
            </a:r>
            <a:endParaRPr i="1" sz="1000">
              <a:solidFill>
                <a:srgbClr val="6B6B6B"/>
              </a:solidFill>
              <a:latin typeface="Calibri"/>
              <a:ea typeface="Calibri"/>
              <a:cs typeface="Calibri"/>
              <a:sym typeface="Calibri"/>
            </a:endParaRPr>
          </a:p>
        </p:txBody>
      </p:sp>
      <p:sp>
        <p:nvSpPr>
          <p:cNvPr id="449" name="Google Shape;449;p50"/>
          <p:cNvSpPr/>
          <p:nvPr/>
        </p:nvSpPr>
        <p:spPr>
          <a:xfrm>
            <a:off x="4754880" y="3182112"/>
            <a:ext cx="3931920" cy="91440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50"/>
          <p:cNvSpPr/>
          <p:nvPr/>
        </p:nvSpPr>
        <p:spPr>
          <a:xfrm>
            <a:off x="4754880" y="3182112"/>
            <a:ext cx="54864" cy="9144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50"/>
          <p:cNvSpPr/>
          <p:nvPr/>
        </p:nvSpPr>
        <p:spPr>
          <a:xfrm>
            <a:off x="4892040" y="3255264"/>
            <a:ext cx="37490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DERIVED COLUMNS</a:t>
            </a:r>
            <a:endParaRPr sz="750">
              <a:solidFill>
                <a:schemeClr val="dk1"/>
              </a:solidFill>
              <a:latin typeface="Calibri"/>
              <a:ea typeface="Calibri"/>
              <a:cs typeface="Calibri"/>
              <a:sym typeface="Calibri"/>
            </a:endParaRPr>
          </a:p>
        </p:txBody>
      </p:sp>
      <p:sp>
        <p:nvSpPr>
          <p:cNvPr id="452" name="Google Shape;452;p50"/>
          <p:cNvSpPr/>
          <p:nvPr/>
        </p:nvSpPr>
        <p:spPr>
          <a:xfrm>
            <a:off x="4892040" y="3456432"/>
            <a:ext cx="373075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chemeClr val="dk1"/>
                </a:solidFill>
                <a:latin typeface="Calibri"/>
                <a:ea typeface="Calibri"/>
                <a:cs typeface="Calibri"/>
                <a:sym typeface="Calibri"/>
              </a:rPr>
              <a:t>INC_TIME extracted from INC_DATE;</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SUBJ_AGE_GROUP derived from CIT_AGE (bucketed ranges);</a:t>
            </a:r>
            <a:endParaRPr sz="1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incident_detail_num created as unique ID</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000"/>
              <a:buFont typeface="Calibri"/>
              <a:buNone/>
            </a:pPr>
            <a:r>
              <a:t/>
            </a:r>
            <a:endParaRPr i="1" sz="1000">
              <a:solidFill>
                <a:srgbClr val="6B6B6B"/>
              </a:solidFill>
              <a:latin typeface="Calibri"/>
              <a:ea typeface="Calibri"/>
              <a:cs typeface="Calibri"/>
              <a:sym typeface="Calibri"/>
            </a:endParaRPr>
          </a:p>
        </p:txBody>
      </p:sp>
      <p:sp>
        <p:nvSpPr>
          <p:cNvPr id="453" name="Google Shape;453;p50"/>
          <p:cNvSpPr/>
          <p:nvPr/>
        </p:nvSpPr>
        <p:spPr>
          <a:xfrm>
            <a:off x="457200" y="4206240"/>
            <a:ext cx="8229600" cy="658368"/>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50"/>
          <p:cNvSpPr/>
          <p:nvPr/>
        </p:nvSpPr>
        <p:spPr>
          <a:xfrm>
            <a:off x="594360" y="4206240"/>
            <a:ext cx="36576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BEFORE → AFTER EXAMPLE ROW</a:t>
            </a:r>
            <a:endParaRPr sz="900">
              <a:solidFill>
                <a:schemeClr val="dk1"/>
              </a:solidFill>
              <a:latin typeface="Calibri"/>
              <a:ea typeface="Calibri"/>
              <a:cs typeface="Calibri"/>
              <a:sym typeface="Calibri"/>
            </a:endParaRPr>
          </a:p>
        </p:txBody>
      </p:sp>
      <p:sp>
        <p:nvSpPr>
          <p:cNvPr id="455" name="Google Shape;455;p50"/>
          <p:cNvSpPr/>
          <p:nvPr/>
        </p:nvSpPr>
        <p:spPr>
          <a:xfrm>
            <a:off x="2289700" y="4306800"/>
            <a:ext cx="3254100" cy="48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800">
                <a:solidFill>
                  <a:schemeClr val="lt1"/>
                </a:solidFill>
                <a:latin typeface="Calibri"/>
                <a:ea typeface="Calibri"/>
                <a:cs typeface="Calibri"/>
                <a:sym typeface="Calibri"/>
              </a:rPr>
              <a:t>BEFORE:</a:t>
            </a:r>
            <a:endParaRPr b="1" sz="8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800">
                <a:solidFill>
                  <a:schemeClr val="lt1"/>
                </a:solidFill>
                <a:latin typeface="Calibri"/>
                <a:ea typeface="Calibri"/>
                <a:cs typeface="Calibri"/>
                <a:sym typeface="Calibri"/>
              </a:rPr>
              <a:t>INC_DATE = "2020-01-01T00:00:00", INC_TIME = "13:45", CIT_RACE = "whi",</a:t>
            </a:r>
            <a:endParaRPr sz="8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800">
                <a:solidFill>
                  <a:schemeClr val="lt1"/>
                </a:solidFill>
                <a:latin typeface="Calibri"/>
                <a:ea typeface="Calibri"/>
                <a:cs typeface="Calibri"/>
                <a:sym typeface="Calibri"/>
              </a:rPr>
              <a:t>CIT_AGE = 150, INC_BEAT = "Beat 123 (Airport)"</a:t>
            </a:r>
            <a:endParaRPr sz="800">
              <a:solidFill>
                <a:schemeClr val="lt1"/>
              </a:solidFill>
              <a:latin typeface="Calibri"/>
              <a:ea typeface="Calibri"/>
              <a:cs typeface="Calibri"/>
              <a:sym typeface="Calibri"/>
            </a:endParaRPr>
          </a:p>
          <a:p>
            <a:pPr indent="0" lvl="0" marL="0" marR="0" rtl="0" algn="l">
              <a:spcBef>
                <a:spcPts val="0"/>
              </a:spcBef>
              <a:spcAft>
                <a:spcPts val="0"/>
              </a:spcAft>
              <a:buClr>
                <a:srgbClr val="FFD0D0"/>
              </a:buClr>
              <a:buSzPts val="1100"/>
              <a:buFont typeface="Calibri"/>
              <a:buNone/>
            </a:pPr>
            <a:r>
              <a:t/>
            </a:r>
            <a:endParaRPr sz="700">
              <a:solidFill>
                <a:schemeClr val="accent1"/>
              </a:solidFill>
              <a:latin typeface="Calibri"/>
              <a:ea typeface="Calibri"/>
              <a:cs typeface="Calibri"/>
              <a:sym typeface="Calibri"/>
            </a:endParaRPr>
          </a:p>
        </p:txBody>
      </p:sp>
      <p:sp>
        <p:nvSpPr>
          <p:cNvPr id="456" name="Google Shape;456;p50"/>
          <p:cNvSpPr/>
          <p:nvPr/>
        </p:nvSpPr>
        <p:spPr>
          <a:xfrm>
            <a:off x="8046720" y="4800600"/>
            <a:ext cx="9144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B6B"/>
              </a:buClr>
              <a:buSzPts val="900"/>
              <a:buFont typeface="Calibri"/>
              <a:buNone/>
            </a:pPr>
            <a:r>
              <a:rPr lang="en" sz="900">
                <a:solidFill>
                  <a:srgbClr val="6B6B6B"/>
                </a:solidFill>
                <a:latin typeface="Calibri"/>
                <a:ea typeface="Calibri"/>
                <a:cs typeface="Calibri"/>
                <a:sym typeface="Calibri"/>
              </a:rPr>
              <a:t>5 / 12</a:t>
            </a:r>
            <a:endParaRPr sz="900">
              <a:solidFill>
                <a:schemeClr val="dk1"/>
              </a:solidFill>
              <a:latin typeface="Calibri"/>
              <a:ea typeface="Calibri"/>
              <a:cs typeface="Calibri"/>
              <a:sym typeface="Calibri"/>
            </a:endParaRPr>
          </a:p>
        </p:txBody>
      </p:sp>
      <p:sp>
        <p:nvSpPr>
          <p:cNvPr id="457" name="Google Shape;457;p50"/>
          <p:cNvSpPr txBox="1"/>
          <p:nvPr/>
        </p:nvSpPr>
        <p:spPr>
          <a:xfrm>
            <a:off x="5543800" y="4233650"/>
            <a:ext cx="2988000" cy="49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lt1"/>
                </a:solidFill>
                <a:latin typeface="Calibri"/>
                <a:ea typeface="Calibri"/>
                <a:cs typeface="Calibri"/>
                <a:sym typeface="Calibri"/>
              </a:rPr>
              <a:t>AFTER:</a:t>
            </a:r>
            <a:endParaRPr b="1" sz="8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800">
                <a:solidFill>
                  <a:schemeClr val="lt1"/>
                </a:solidFill>
                <a:latin typeface="Calibri"/>
                <a:ea typeface="Calibri"/>
                <a:cs typeface="Calibri"/>
                <a:sym typeface="Calibri"/>
              </a:rPr>
              <a:t>date = 2020-01-01 13:45:00, time = 13:45:00, race = "White",</a:t>
            </a:r>
            <a:endParaRPr sz="800">
              <a:solidFill>
                <a:schemeClr val="lt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800">
                <a:solidFill>
                  <a:schemeClr val="lt1"/>
                </a:solidFill>
                <a:latin typeface="Calibri"/>
                <a:ea typeface="Calibri"/>
                <a:cs typeface="Calibri"/>
                <a:sym typeface="Calibri"/>
              </a:rPr>
              <a:t>age = NULL, beat = "123"</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6"/>
        </a:solidFill>
      </p:bgPr>
    </p:bg>
    <p:spTree>
      <p:nvGrpSpPr>
        <p:cNvPr id="462" name="Shape 462"/>
        <p:cNvGrpSpPr/>
        <p:nvPr/>
      </p:nvGrpSpPr>
      <p:grpSpPr>
        <a:xfrm>
          <a:off x="0" y="0"/>
          <a:ext cx="0" cy="0"/>
          <a:chOff x="0" y="0"/>
          <a:chExt cx="0" cy="0"/>
        </a:xfrm>
      </p:grpSpPr>
      <p:sp>
        <p:nvSpPr>
          <p:cNvPr id="463" name="Google Shape;463;p51"/>
          <p:cNvSpPr/>
          <p:nvPr/>
        </p:nvSpPr>
        <p:spPr>
          <a:xfrm>
            <a:off x="457200" y="384048"/>
            <a:ext cx="0" cy="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4" name="Google Shape;464;p51"/>
          <p:cNvSpPr/>
          <p:nvPr/>
        </p:nvSpPr>
        <p:spPr>
          <a:xfrm>
            <a:off x="0" y="0"/>
            <a:ext cx="9144000" cy="3474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51"/>
          <p:cNvSpPr/>
          <p:nvPr/>
        </p:nvSpPr>
        <p:spPr>
          <a:xfrm>
            <a:off x="365760" y="0"/>
            <a:ext cx="54864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05  ·  LOAD</a:t>
            </a:r>
            <a:endParaRPr sz="1000">
              <a:solidFill>
                <a:schemeClr val="dk1"/>
              </a:solidFill>
              <a:latin typeface="Calibri"/>
              <a:ea typeface="Calibri"/>
              <a:cs typeface="Calibri"/>
              <a:sym typeface="Calibri"/>
            </a:endParaRPr>
          </a:p>
        </p:txBody>
      </p:sp>
      <p:sp>
        <p:nvSpPr>
          <p:cNvPr id="466" name="Google Shape;466;p51"/>
          <p:cNvSpPr/>
          <p:nvPr/>
        </p:nvSpPr>
        <p:spPr>
          <a:xfrm>
            <a:off x="457200" y="438912"/>
            <a:ext cx="8229600" cy="530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00000"/>
              </a:buClr>
              <a:buSzPts val="2600"/>
              <a:buFont typeface="Georgia"/>
              <a:buNone/>
            </a:pPr>
            <a:r>
              <a:rPr b="1" lang="en" sz="2600">
                <a:solidFill>
                  <a:srgbClr val="500000"/>
                </a:solidFill>
                <a:latin typeface="Georgia"/>
                <a:ea typeface="Georgia"/>
                <a:cs typeface="Georgia"/>
                <a:sym typeface="Georgia"/>
              </a:rPr>
              <a:t>PostgreSQL Table Schema Overview</a:t>
            </a:r>
            <a:endParaRPr sz="2600">
              <a:solidFill>
                <a:schemeClr val="dk1"/>
              </a:solidFill>
              <a:latin typeface="Calibri"/>
              <a:ea typeface="Calibri"/>
              <a:cs typeface="Calibri"/>
              <a:sym typeface="Calibri"/>
            </a:endParaRPr>
          </a:p>
        </p:txBody>
      </p:sp>
      <p:sp>
        <p:nvSpPr>
          <p:cNvPr id="467" name="Google Shape;467;p51"/>
          <p:cNvSpPr/>
          <p:nvPr/>
        </p:nvSpPr>
        <p:spPr>
          <a:xfrm>
            <a:off x="8046720" y="4800600"/>
            <a:ext cx="9144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B6B"/>
              </a:buClr>
              <a:buSzPts val="900"/>
              <a:buFont typeface="Calibri"/>
              <a:buNone/>
            </a:pPr>
            <a:r>
              <a:rPr lang="en" sz="900">
                <a:solidFill>
                  <a:srgbClr val="6B6B6B"/>
                </a:solidFill>
                <a:latin typeface="Calibri"/>
                <a:ea typeface="Calibri"/>
                <a:cs typeface="Calibri"/>
                <a:sym typeface="Calibri"/>
              </a:rPr>
              <a:t>6 / 12</a:t>
            </a:r>
            <a:endParaRPr sz="900">
              <a:solidFill>
                <a:schemeClr val="dk1"/>
              </a:solidFill>
              <a:latin typeface="Calibri"/>
              <a:ea typeface="Calibri"/>
              <a:cs typeface="Calibri"/>
              <a:sym typeface="Calibri"/>
            </a:endParaRPr>
          </a:p>
        </p:txBody>
      </p:sp>
      <p:pic>
        <p:nvPicPr>
          <p:cNvPr id="468" name="Google Shape;468;p51" title="ERD.PNG"/>
          <p:cNvPicPr preferRelativeResize="0"/>
          <p:nvPr/>
        </p:nvPicPr>
        <p:blipFill>
          <a:blip r:embed="rId3">
            <a:alphaModFix/>
          </a:blip>
          <a:stretch>
            <a:fillRect/>
          </a:stretch>
        </p:blipFill>
        <p:spPr>
          <a:xfrm>
            <a:off x="1606750" y="962889"/>
            <a:ext cx="5930497" cy="386938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6"/>
        </a:solidFill>
      </p:bgPr>
    </p:bg>
    <p:spTree>
      <p:nvGrpSpPr>
        <p:cNvPr id="473" name="Shape 473"/>
        <p:cNvGrpSpPr/>
        <p:nvPr/>
      </p:nvGrpSpPr>
      <p:grpSpPr>
        <a:xfrm>
          <a:off x="0" y="0"/>
          <a:ext cx="0" cy="0"/>
          <a:chOff x="0" y="0"/>
          <a:chExt cx="0" cy="0"/>
        </a:xfrm>
      </p:grpSpPr>
      <p:sp>
        <p:nvSpPr>
          <p:cNvPr id="474" name="Google Shape;474;p52"/>
          <p:cNvSpPr/>
          <p:nvPr/>
        </p:nvSpPr>
        <p:spPr>
          <a:xfrm>
            <a:off x="457200" y="384048"/>
            <a:ext cx="0" cy="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52"/>
          <p:cNvSpPr/>
          <p:nvPr/>
        </p:nvSpPr>
        <p:spPr>
          <a:xfrm>
            <a:off x="0" y="0"/>
            <a:ext cx="9144000" cy="347472"/>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p52"/>
          <p:cNvSpPr/>
          <p:nvPr/>
        </p:nvSpPr>
        <p:spPr>
          <a:xfrm>
            <a:off x="365760" y="0"/>
            <a:ext cx="5486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05  ·  LOAD</a:t>
            </a:r>
            <a:endParaRPr sz="1000">
              <a:solidFill>
                <a:schemeClr val="dk1"/>
              </a:solidFill>
              <a:latin typeface="Calibri"/>
              <a:ea typeface="Calibri"/>
              <a:cs typeface="Calibri"/>
              <a:sym typeface="Calibri"/>
            </a:endParaRPr>
          </a:p>
        </p:txBody>
      </p:sp>
      <p:sp>
        <p:nvSpPr>
          <p:cNvPr id="477" name="Google Shape;477;p52"/>
          <p:cNvSpPr/>
          <p:nvPr/>
        </p:nvSpPr>
        <p:spPr>
          <a:xfrm>
            <a:off x="457200" y="438912"/>
            <a:ext cx="82296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00000"/>
              </a:buClr>
              <a:buSzPts val="2600"/>
              <a:buFont typeface="Georgia"/>
              <a:buNone/>
            </a:pPr>
            <a:r>
              <a:rPr b="1" lang="en" sz="2600">
                <a:solidFill>
                  <a:srgbClr val="500000"/>
                </a:solidFill>
                <a:latin typeface="Georgia"/>
                <a:ea typeface="Georgia"/>
                <a:cs typeface="Georgia"/>
                <a:sym typeface="Georgia"/>
              </a:rPr>
              <a:t>PostgreSQL Table Schema</a:t>
            </a:r>
            <a:endParaRPr sz="2600">
              <a:solidFill>
                <a:schemeClr val="dk1"/>
              </a:solidFill>
              <a:latin typeface="Calibri"/>
              <a:ea typeface="Calibri"/>
              <a:cs typeface="Calibri"/>
              <a:sym typeface="Calibri"/>
            </a:endParaRPr>
          </a:p>
        </p:txBody>
      </p:sp>
      <p:sp>
        <p:nvSpPr>
          <p:cNvPr id="478" name="Google Shape;478;p52"/>
          <p:cNvSpPr/>
          <p:nvPr/>
        </p:nvSpPr>
        <p:spPr>
          <a:xfrm>
            <a:off x="457200" y="1024128"/>
            <a:ext cx="4114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00000"/>
              </a:buClr>
              <a:buSzPts val="1200"/>
              <a:buFont typeface="Courier New"/>
              <a:buNone/>
            </a:pPr>
            <a:r>
              <a:rPr b="1" lang="en" sz="1200">
                <a:solidFill>
                  <a:srgbClr val="500000"/>
                </a:solidFill>
                <a:latin typeface="Courier New"/>
                <a:ea typeface="Courier New"/>
                <a:cs typeface="Courier New"/>
                <a:sym typeface="Courier New"/>
              </a:rPr>
              <a:t>Table: incident_reports</a:t>
            </a:r>
            <a:endParaRPr sz="1200">
              <a:solidFill>
                <a:schemeClr val="dk1"/>
              </a:solidFill>
              <a:latin typeface="Calibri"/>
              <a:ea typeface="Calibri"/>
              <a:cs typeface="Calibri"/>
              <a:sym typeface="Calibri"/>
            </a:endParaRPr>
          </a:p>
        </p:txBody>
      </p:sp>
      <p:sp>
        <p:nvSpPr>
          <p:cNvPr id="479" name="Google Shape;479;p52"/>
          <p:cNvSpPr/>
          <p:nvPr/>
        </p:nvSpPr>
        <p:spPr>
          <a:xfrm>
            <a:off x="457200" y="1353312"/>
            <a:ext cx="1828800" cy="27432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52"/>
          <p:cNvSpPr/>
          <p:nvPr/>
        </p:nvSpPr>
        <p:spPr>
          <a:xfrm>
            <a:off x="502920" y="1353312"/>
            <a:ext cx="1783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Column</a:t>
            </a:r>
            <a:endParaRPr sz="900">
              <a:solidFill>
                <a:schemeClr val="dk1"/>
              </a:solidFill>
              <a:latin typeface="Calibri"/>
              <a:ea typeface="Calibri"/>
              <a:cs typeface="Calibri"/>
              <a:sym typeface="Calibri"/>
            </a:endParaRPr>
          </a:p>
        </p:txBody>
      </p:sp>
      <p:sp>
        <p:nvSpPr>
          <p:cNvPr id="481" name="Google Shape;481;p52"/>
          <p:cNvSpPr/>
          <p:nvPr/>
        </p:nvSpPr>
        <p:spPr>
          <a:xfrm>
            <a:off x="2286000" y="1353312"/>
            <a:ext cx="1280160" cy="27432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52"/>
          <p:cNvSpPr/>
          <p:nvPr/>
        </p:nvSpPr>
        <p:spPr>
          <a:xfrm>
            <a:off x="2331720" y="1353312"/>
            <a:ext cx="1234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Type</a:t>
            </a:r>
            <a:endParaRPr sz="900">
              <a:solidFill>
                <a:schemeClr val="dk1"/>
              </a:solidFill>
              <a:latin typeface="Calibri"/>
              <a:ea typeface="Calibri"/>
              <a:cs typeface="Calibri"/>
              <a:sym typeface="Calibri"/>
            </a:endParaRPr>
          </a:p>
        </p:txBody>
      </p:sp>
      <p:sp>
        <p:nvSpPr>
          <p:cNvPr id="483" name="Google Shape;483;p52"/>
          <p:cNvSpPr/>
          <p:nvPr/>
        </p:nvSpPr>
        <p:spPr>
          <a:xfrm>
            <a:off x="3566160" y="1353312"/>
            <a:ext cx="914400" cy="27432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52"/>
          <p:cNvSpPr/>
          <p:nvPr/>
        </p:nvSpPr>
        <p:spPr>
          <a:xfrm>
            <a:off x="3611880" y="1353312"/>
            <a:ext cx="868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Nullable</a:t>
            </a:r>
            <a:endParaRPr sz="900">
              <a:solidFill>
                <a:schemeClr val="dk1"/>
              </a:solidFill>
              <a:latin typeface="Calibri"/>
              <a:ea typeface="Calibri"/>
              <a:cs typeface="Calibri"/>
              <a:sym typeface="Calibri"/>
            </a:endParaRPr>
          </a:p>
        </p:txBody>
      </p:sp>
      <p:sp>
        <p:nvSpPr>
          <p:cNvPr id="485" name="Google Shape;485;p52"/>
          <p:cNvSpPr/>
          <p:nvPr/>
        </p:nvSpPr>
        <p:spPr>
          <a:xfrm>
            <a:off x="4480560" y="1353312"/>
            <a:ext cx="640080" cy="27432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52"/>
          <p:cNvSpPr/>
          <p:nvPr/>
        </p:nvSpPr>
        <p:spPr>
          <a:xfrm>
            <a:off x="4526280" y="1353312"/>
            <a:ext cx="594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Key</a:t>
            </a:r>
            <a:endParaRPr sz="900">
              <a:solidFill>
                <a:schemeClr val="dk1"/>
              </a:solidFill>
              <a:latin typeface="Calibri"/>
              <a:ea typeface="Calibri"/>
              <a:cs typeface="Calibri"/>
              <a:sym typeface="Calibri"/>
            </a:endParaRPr>
          </a:p>
        </p:txBody>
      </p:sp>
      <p:sp>
        <p:nvSpPr>
          <p:cNvPr id="487" name="Google Shape;487;p52"/>
          <p:cNvSpPr/>
          <p:nvPr/>
        </p:nvSpPr>
        <p:spPr>
          <a:xfrm>
            <a:off x="5120640" y="1353312"/>
            <a:ext cx="3291840" cy="27432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52"/>
          <p:cNvSpPr/>
          <p:nvPr/>
        </p:nvSpPr>
        <p:spPr>
          <a:xfrm>
            <a:off x="5166360" y="1353312"/>
            <a:ext cx="3246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Description</a:t>
            </a:r>
            <a:endParaRPr sz="900">
              <a:solidFill>
                <a:schemeClr val="dk1"/>
              </a:solidFill>
              <a:latin typeface="Calibri"/>
              <a:ea typeface="Calibri"/>
              <a:cs typeface="Calibri"/>
              <a:sym typeface="Calibri"/>
            </a:endParaRPr>
          </a:p>
        </p:txBody>
      </p:sp>
      <p:sp>
        <p:nvSpPr>
          <p:cNvPr id="489" name="Google Shape;489;p52"/>
          <p:cNvSpPr/>
          <p:nvPr/>
        </p:nvSpPr>
        <p:spPr>
          <a:xfrm>
            <a:off x="457200" y="1627632"/>
            <a:ext cx="1828800" cy="347472"/>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0" name="Google Shape;490;p52"/>
          <p:cNvSpPr/>
          <p:nvPr/>
        </p:nvSpPr>
        <p:spPr>
          <a:xfrm>
            <a:off x="512064" y="1627632"/>
            <a:ext cx="177393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0000"/>
              </a:buClr>
              <a:buSzPts val="1000"/>
              <a:buFont typeface="Courier New"/>
              <a:buNone/>
            </a:pPr>
            <a:r>
              <a:rPr b="1" lang="en" sz="1000">
                <a:solidFill>
                  <a:srgbClr val="3A0000"/>
                </a:solidFill>
                <a:latin typeface="Courier New"/>
                <a:ea typeface="Courier New"/>
                <a:cs typeface="Courier New"/>
                <a:sym typeface="Courier New"/>
              </a:rPr>
              <a:t>incident_report_num</a:t>
            </a:r>
            <a:endParaRPr sz="1000">
              <a:solidFill>
                <a:schemeClr val="dk1"/>
              </a:solidFill>
              <a:latin typeface="Calibri"/>
              <a:ea typeface="Calibri"/>
              <a:cs typeface="Calibri"/>
              <a:sym typeface="Calibri"/>
            </a:endParaRPr>
          </a:p>
        </p:txBody>
      </p:sp>
      <p:sp>
        <p:nvSpPr>
          <p:cNvPr id="491" name="Google Shape;491;p52"/>
          <p:cNvSpPr/>
          <p:nvPr/>
        </p:nvSpPr>
        <p:spPr>
          <a:xfrm>
            <a:off x="2286000" y="1627632"/>
            <a:ext cx="1280160" cy="347472"/>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52"/>
          <p:cNvSpPr/>
          <p:nvPr/>
        </p:nvSpPr>
        <p:spPr>
          <a:xfrm>
            <a:off x="2340864" y="1627632"/>
            <a:ext cx="122529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lang="en" sz="1000">
                <a:solidFill>
                  <a:srgbClr val="6B6B6B"/>
                </a:solidFill>
                <a:latin typeface="Courier New"/>
                <a:ea typeface="Courier New"/>
                <a:cs typeface="Courier New"/>
                <a:sym typeface="Courier New"/>
              </a:rPr>
              <a:t>bigint</a:t>
            </a:r>
            <a:endParaRPr sz="1000">
              <a:solidFill>
                <a:schemeClr val="dk1"/>
              </a:solidFill>
              <a:latin typeface="Calibri"/>
              <a:ea typeface="Calibri"/>
              <a:cs typeface="Calibri"/>
              <a:sym typeface="Calibri"/>
            </a:endParaRPr>
          </a:p>
        </p:txBody>
      </p:sp>
      <p:sp>
        <p:nvSpPr>
          <p:cNvPr id="493" name="Google Shape;493;p52"/>
          <p:cNvSpPr/>
          <p:nvPr/>
        </p:nvSpPr>
        <p:spPr>
          <a:xfrm>
            <a:off x="3566160" y="1627632"/>
            <a:ext cx="914400" cy="347472"/>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52"/>
          <p:cNvSpPr/>
          <p:nvPr/>
        </p:nvSpPr>
        <p:spPr>
          <a:xfrm>
            <a:off x="3621024" y="1627632"/>
            <a:ext cx="85953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NO</a:t>
            </a:r>
            <a:endParaRPr sz="1000">
              <a:solidFill>
                <a:schemeClr val="dk1"/>
              </a:solidFill>
              <a:latin typeface="Calibri"/>
              <a:ea typeface="Calibri"/>
              <a:cs typeface="Calibri"/>
              <a:sym typeface="Calibri"/>
            </a:endParaRPr>
          </a:p>
        </p:txBody>
      </p:sp>
      <p:sp>
        <p:nvSpPr>
          <p:cNvPr id="495" name="Google Shape;495;p52"/>
          <p:cNvSpPr/>
          <p:nvPr/>
        </p:nvSpPr>
        <p:spPr>
          <a:xfrm>
            <a:off x="4480560" y="1627632"/>
            <a:ext cx="640080" cy="347472"/>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6" name="Google Shape;496;p52"/>
          <p:cNvSpPr/>
          <p:nvPr/>
        </p:nvSpPr>
        <p:spPr>
          <a:xfrm>
            <a:off x="4535424" y="1627632"/>
            <a:ext cx="58521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497" name="Google Shape;497;p52"/>
          <p:cNvSpPr/>
          <p:nvPr/>
        </p:nvSpPr>
        <p:spPr>
          <a:xfrm>
            <a:off x="4535424" y="1709928"/>
            <a:ext cx="347472" cy="164592"/>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52"/>
          <p:cNvSpPr/>
          <p:nvPr/>
        </p:nvSpPr>
        <p:spPr>
          <a:xfrm>
            <a:off x="4535424" y="1709928"/>
            <a:ext cx="34747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 sz="800">
                <a:solidFill>
                  <a:srgbClr val="FFFFFF"/>
                </a:solidFill>
                <a:latin typeface="Calibri"/>
                <a:ea typeface="Calibri"/>
                <a:cs typeface="Calibri"/>
                <a:sym typeface="Calibri"/>
              </a:rPr>
              <a:t>PK</a:t>
            </a:r>
            <a:endParaRPr sz="800">
              <a:solidFill>
                <a:schemeClr val="dk1"/>
              </a:solidFill>
              <a:latin typeface="Calibri"/>
              <a:ea typeface="Calibri"/>
              <a:cs typeface="Calibri"/>
              <a:sym typeface="Calibri"/>
            </a:endParaRPr>
          </a:p>
        </p:txBody>
      </p:sp>
      <p:sp>
        <p:nvSpPr>
          <p:cNvPr id="499" name="Google Shape;499;p52"/>
          <p:cNvSpPr/>
          <p:nvPr/>
        </p:nvSpPr>
        <p:spPr>
          <a:xfrm>
            <a:off x="5120640" y="1627632"/>
            <a:ext cx="3291840" cy="347472"/>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52"/>
          <p:cNvSpPr/>
          <p:nvPr/>
        </p:nvSpPr>
        <p:spPr>
          <a:xfrm>
            <a:off x="5175504" y="1627632"/>
            <a:ext cx="323697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Unique incident report number primary key</a:t>
            </a:r>
            <a:endParaRPr sz="1000">
              <a:solidFill>
                <a:schemeClr val="dk1"/>
              </a:solidFill>
              <a:latin typeface="Calibri"/>
              <a:ea typeface="Calibri"/>
              <a:cs typeface="Calibri"/>
              <a:sym typeface="Calibri"/>
            </a:endParaRPr>
          </a:p>
        </p:txBody>
      </p:sp>
      <p:sp>
        <p:nvSpPr>
          <p:cNvPr id="501" name="Google Shape;501;p52"/>
          <p:cNvSpPr/>
          <p:nvPr/>
        </p:nvSpPr>
        <p:spPr>
          <a:xfrm>
            <a:off x="457200" y="1975104"/>
            <a:ext cx="1828800" cy="347472"/>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52"/>
          <p:cNvSpPr/>
          <p:nvPr/>
        </p:nvSpPr>
        <p:spPr>
          <a:xfrm>
            <a:off x="512064" y="1975104"/>
            <a:ext cx="177393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0000"/>
              </a:buClr>
              <a:buSzPts val="1000"/>
              <a:buFont typeface="Courier New"/>
              <a:buNone/>
            </a:pPr>
            <a:r>
              <a:rPr b="1" lang="en" sz="900">
                <a:solidFill>
                  <a:srgbClr val="3A0000"/>
                </a:solidFill>
                <a:latin typeface="Courier New"/>
                <a:ea typeface="Courier New"/>
                <a:cs typeface="Courier New"/>
                <a:sym typeface="Courier New"/>
              </a:rPr>
              <a:t>show_of_force_report_num</a:t>
            </a:r>
            <a:endParaRPr sz="900">
              <a:solidFill>
                <a:schemeClr val="dk1"/>
              </a:solidFill>
              <a:latin typeface="Calibri"/>
              <a:ea typeface="Calibri"/>
              <a:cs typeface="Calibri"/>
              <a:sym typeface="Calibri"/>
            </a:endParaRPr>
          </a:p>
        </p:txBody>
      </p:sp>
      <p:sp>
        <p:nvSpPr>
          <p:cNvPr id="503" name="Google Shape;503;p52"/>
          <p:cNvSpPr/>
          <p:nvPr/>
        </p:nvSpPr>
        <p:spPr>
          <a:xfrm>
            <a:off x="2286000" y="1975104"/>
            <a:ext cx="1280160" cy="347472"/>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52"/>
          <p:cNvSpPr/>
          <p:nvPr/>
        </p:nvSpPr>
        <p:spPr>
          <a:xfrm>
            <a:off x="2340864" y="1975104"/>
            <a:ext cx="122529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lang="en" sz="1000">
                <a:solidFill>
                  <a:srgbClr val="6B6B6B"/>
                </a:solidFill>
                <a:latin typeface="Courier New"/>
                <a:ea typeface="Courier New"/>
                <a:cs typeface="Courier New"/>
                <a:sym typeface="Courier New"/>
              </a:rPr>
              <a:t>text</a:t>
            </a:r>
            <a:endParaRPr sz="1000">
              <a:solidFill>
                <a:schemeClr val="dk1"/>
              </a:solidFill>
              <a:latin typeface="Calibri"/>
              <a:ea typeface="Calibri"/>
              <a:cs typeface="Calibri"/>
              <a:sym typeface="Calibri"/>
            </a:endParaRPr>
          </a:p>
        </p:txBody>
      </p:sp>
      <p:sp>
        <p:nvSpPr>
          <p:cNvPr id="505" name="Google Shape;505;p52"/>
          <p:cNvSpPr/>
          <p:nvPr/>
        </p:nvSpPr>
        <p:spPr>
          <a:xfrm>
            <a:off x="3566160" y="1975104"/>
            <a:ext cx="914400" cy="347472"/>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52"/>
          <p:cNvSpPr/>
          <p:nvPr/>
        </p:nvSpPr>
        <p:spPr>
          <a:xfrm>
            <a:off x="3621024" y="1975104"/>
            <a:ext cx="85953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YES</a:t>
            </a:r>
            <a:endParaRPr sz="1000">
              <a:solidFill>
                <a:schemeClr val="dk1"/>
              </a:solidFill>
              <a:latin typeface="Calibri"/>
              <a:ea typeface="Calibri"/>
              <a:cs typeface="Calibri"/>
              <a:sym typeface="Calibri"/>
            </a:endParaRPr>
          </a:p>
        </p:txBody>
      </p:sp>
      <p:sp>
        <p:nvSpPr>
          <p:cNvPr id="507" name="Google Shape;507;p52"/>
          <p:cNvSpPr/>
          <p:nvPr/>
        </p:nvSpPr>
        <p:spPr>
          <a:xfrm>
            <a:off x="4480560" y="1975104"/>
            <a:ext cx="640080" cy="347472"/>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 name="Google Shape;508;p52"/>
          <p:cNvSpPr/>
          <p:nvPr/>
        </p:nvSpPr>
        <p:spPr>
          <a:xfrm>
            <a:off x="4535424" y="1975104"/>
            <a:ext cx="58521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509" name="Google Shape;509;p52"/>
          <p:cNvSpPr/>
          <p:nvPr/>
        </p:nvSpPr>
        <p:spPr>
          <a:xfrm>
            <a:off x="5120640" y="1975104"/>
            <a:ext cx="3291840" cy="347472"/>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52"/>
          <p:cNvSpPr/>
          <p:nvPr/>
        </p:nvSpPr>
        <p:spPr>
          <a:xfrm>
            <a:off x="5175504" y="1975104"/>
            <a:ext cx="323697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Report number for when show of force is used</a:t>
            </a:r>
            <a:endParaRPr sz="1000">
              <a:solidFill>
                <a:schemeClr val="dk1"/>
              </a:solidFill>
              <a:latin typeface="Calibri"/>
              <a:ea typeface="Calibri"/>
              <a:cs typeface="Calibri"/>
              <a:sym typeface="Calibri"/>
            </a:endParaRPr>
          </a:p>
        </p:txBody>
      </p:sp>
      <p:sp>
        <p:nvSpPr>
          <p:cNvPr id="511" name="Google Shape;511;p52"/>
          <p:cNvSpPr/>
          <p:nvPr/>
        </p:nvSpPr>
        <p:spPr>
          <a:xfrm>
            <a:off x="457200" y="2322576"/>
            <a:ext cx="1828800" cy="347472"/>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52"/>
          <p:cNvSpPr/>
          <p:nvPr/>
        </p:nvSpPr>
        <p:spPr>
          <a:xfrm>
            <a:off x="512064" y="2322576"/>
            <a:ext cx="177393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0000"/>
              </a:buClr>
              <a:buSzPts val="1000"/>
              <a:buFont typeface="Courier New"/>
              <a:buNone/>
            </a:pPr>
            <a:r>
              <a:rPr b="1" lang="en" sz="1000">
                <a:solidFill>
                  <a:srgbClr val="3A0000"/>
                </a:solidFill>
                <a:latin typeface="Courier New"/>
                <a:ea typeface="Courier New"/>
                <a:cs typeface="Courier New"/>
                <a:sym typeface="Courier New"/>
              </a:rPr>
              <a:t>d</a:t>
            </a:r>
            <a:r>
              <a:rPr b="1" lang="en" sz="1000">
                <a:solidFill>
                  <a:srgbClr val="3A0000"/>
                </a:solidFill>
                <a:latin typeface="Courier New"/>
                <a:ea typeface="Courier New"/>
                <a:cs typeface="Courier New"/>
                <a:sym typeface="Courier New"/>
              </a:rPr>
              <a:t>ate</a:t>
            </a:r>
            <a:endParaRPr sz="1000">
              <a:solidFill>
                <a:schemeClr val="dk1"/>
              </a:solidFill>
              <a:latin typeface="Calibri"/>
              <a:ea typeface="Calibri"/>
              <a:cs typeface="Calibri"/>
              <a:sym typeface="Calibri"/>
            </a:endParaRPr>
          </a:p>
        </p:txBody>
      </p:sp>
      <p:sp>
        <p:nvSpPr>
          <p:cNvPr id="513" name="Google Shape;513;p52"/>
          <p:cNvSpPr/>
          <p:nvPr/>
        </p:nvSpPr>
        <p:spPr>
          <a:xfrm>
            <a:off x="2286000" y="2322576"/>
            <a:ext cx="1280160" cy="347472"/>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p52"/>
          <p:cNvSpPr/>
          <p:nvPr/>
        </p:nvSpPr>
        <p:spPr>
          <a:xfrm>
            <a:off x="2340864" y="2322576"/>
            <a:ext cx="122529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lang="en" sz="1000">
                <a:solidFill>
                  <a:srgbClr val="6B6B6B"/>
                </a:solidFill>
                <a:latin typeface="Courier New"/>
                <a:ea typeface="Courier New"/>
                <a:cs typeface="Courier New"/>
                <a:sym typeface="Courier New"/>
              </a:rPr>
              <a:t>date</a:t>
            </a:r>
            <a:endParaRPr sz="1000">
              <a:solidFill>
                <a:schemeClr val="dk1"/>
              </a:solidFill>
              <a:latin typeface="Calibri"/>
              <a:ea typeface="Calibri"/>
              <a:cs typeface="Calibri"/>
              <a:sym typeface="Calibri"/>
            </a:endParaRPr>
          </a:p>
        </p:txBody>
      </p:sp>
      <p:sp>
        <p:nvSpPr>
          <p:cNvPr id="515" name="Google Shape;515;p52"/>
          <p:cNvSpPr/>
          <p:nvPr/>
        </p:nvSpPr>
        <p:spPr>
          <a:xfrm>
            <a:off x="3566160" y="2322576"/>
            <a:ext cx="914400" cy="347472"/>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52"/>
          <p:cNvSpPr/>
          <p:nvPr/>
        </p:nvSpPr>
        <p:spPr>
          <a:xfrm>
            <a:off x="3621024" y="2322576"/>
            <a:ext cx="85953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YES</a:t>
            </a:r>
            <a:endParaRPr sz="1000">
              <a:solidFill>
                <a:schemeClr val="dk1"/>
              </a:solidFill>
              <a:latin typeface="Calibri"/>
              <a:ea typeface="Calibri"/>
              <a:cs typeface="Calibri"/>
              <a:sym typeface="Calibri"/>
            </a:endParaRPr>
          </a:p>
        </p:txBody>
      </p:sp>
      <p:sp>
        <p:nvSpPr>
          <p:cNvPr id="517" name="Google Shape;517;p52"/>
          <p:cNvSpPr/>
          <p:nvPr/>
        </p:nvSpPr>
        <p:spPr>
          <a:xfrm>
            <a:off x="4480560" y="2322576"/>
            <a:ext cx="640080" cy="347472"/>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8" name="Google Shape;518;p52"/>
          <p:cNvSpPr/>
          <p:nvPr/>
        </p:nvSpPr>
        <p:spPr>
          <a:xfrm>
            <a:off x="4535424" y="2322576"/>
            <a:ext cx="58521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519" name="Google Shape;519;p52"/>
          <p:cNvSpPr/>
          <p:nvPr/>
        </p:nvSpPr>
        <p:spPr>
          <a:xfrm>
            <a:off x="5120640" y="2322576"/>
            <a:ext cx="3291840" cy="347472"/>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0" name="Google Shape;520;p52"/>
          <p:cNvSpPr/>
          <p:nvPr/>
        </p:nvSpPr>
        <p:spPr>
          <a:xfrm>
            <a:off x="5175504" y="2322576"/>
            <a:ext cx="323697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Date of report</a:t>
            </a:r>
            <a:endParaRPr sz="1000">
              <a:solidFill>
                <a:schemeClr val="dk1"/>
              </a:solidFill>
              <a:latin typeface="Calibri"/>
              <a:ea typeface="Calibri"/>
              <a:cs typeface="Calibri"/>
              <a:sym typeface="Calibri"/>
            </a:endParaRPr>
          </a:p>
        </p:txBody>
      </p:sp>
      <p:sp>
        <p:nvSpPr>
          <p:cNvPr id="521" name="Google Shape;521;p52"/>
          <p:cNvSpPr/>
          <p:nvPr/>
        </p:nvSpPr>
        <p:spPr>
          <a:xfrm>
            <a:off x="457200" y="2670048"/>
            <a:ext cx="1828800" cy="347472"/>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52"/>
          <p:cNvSpPr/>
          <p:nvPr/>
        </p:nvSpPr>
        <p:spPr>
          <a:xfrm>
            <a:off x="512064" y="2670048"/>
            <a:ext cx="177393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0000"/>
              </a:buClr>
              <a:buSzPts val="1000"/>
              <a:buFont typeface="Courier New"/>
              <a:buNone/>
            </a:pPr>
            <a:r>
              <a:rPr b="1" i="1" lang="en" sz="1000">
                <a:solidFill>
                  <a:srgbClr val="3A0000"/>
                </a:solidFill>
                <a:latin typeface="Courier New"/>
                <a:ea typeface="Courier New"/>
                <a:cs typeface="Courier New"/>
                <a:sym typeface="Courier New"/>
              </a:rPr>
              <a:t>year</a:t>
            </a:r>
            <a:endParaRPr sz="1000">
              <a:solidFill>
                <a:schemeClr val="dk1"/>
              </a:solidFill>
              <a:latin typeface="Calibri"/>
              <a:ea typeface="Calibri"/>
              <a:cs typeface="Calibri"/>
              <a:sym typeface="Calibri"/>
            </a:endParaRPr>
          </a:p>
        </p:txBody>
      </p:sp>
      <p:sp>
        <p:nvSpPr>
          <p:cNvPr id="523" name="Google Shape;523;p52"/>
          <p:cNvSpPr/>
          <p:nvPr/>
        </p:nvSpPr>
        <p:spPr>
          <a:xfrm>
            <a:off x="2286000" y="2670048"/>
            <a:ext cx="1280160" cy="347472"/>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4" name="Google Shape;524;p52"/>
          <p:cNvSpPr/>
          <p:nvPr/>
        </p:nvSpPr>
        <p:spPr>
          <a:xfrm>
            <a:off x="2340864" y="2670048"/>
            <a:ext cx="122529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lang="en" sz="1000">
                <a:solidFill>
                  <a:srgbClr val="6B6B6B"/>
                </a:solidFill>
                <a:latin typeface="Courier New"/>
                <a:ea typeface="Courier New"/>
                <a:cs typeface="Courier New"/>
                <a:sym typeface="Courier New"/>
              </a:rPr>
              <a:t>Integer	</a:t>
            </a:r>
            <a:endParaRPr sz="1000">
              <a:solidFill>
                <a:schemeClr val="dk1"/>
              </a:solidFill>
              <a:latin typeface="Calibri"/>
              <a:ea typeface="Calibri"/>
              <a:cs typeface="Calibri"/>
              <a:sym typeface="Calibri"/>
            </a:endParaRPr>
          </a:p>
        </p:txBody>
      </p:sp>
      <p:sp>
        <p:nvSpPr>
          <p:cNvPr id="525" name="Google Shape;525;p52"/>
          <p:cNvSpPr/>
          <p:nvPr/>
        </p:nvSpPr>
        <p:spPr>
          <a:xfrm>
            <a:off x="3566160" y="2670048"/>
            <a:ext cx="914400" cy="347472"/>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52"/>
          <p:cNvSpPr/>
          <p:nvPr/>
        </p:nvSpPr>
        <p:spPr>
          <a:xfrm>
            <a:off x="3621024" y="2670048"/>
            <a:ext cx="85953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YES</a:t>
            </a:r>
            <a:endParaRPr sz="1000">
              <a:solidFill>
                <a:schemeClr val="dk1"/>
              </a:solidFill>
              <a:latin typeface="Calibri"/>
              <a:ea typeface="Calibri"/>
              <a:cs typeface="Calibri"/>
              <a:sym typeface="Calibri"/>
            </a:endParaRPr>
          </a:p>
        </p:txBody>
      </p:sp>
      <p:sp>
        <p:nvSpPr>
          <p:cNvPr id="527" name="Google Shape;527;p52"/>
          <p:cNvSpPr/>
          <p:nvPr/>
        </p:nvSpPr>
        <p:spPr>
          <a:xfrm>
            <a:off x="4480560" y="2670048"/>
            <a:ext cx="640080" cy="347472"/>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8" name="Google Shape;528;p52"/>
          <p:cNvSpPr/>
          <p:nvPr/>
        </p:nvSpPr>
        <p:spPr>
          <a:xfrm>
            <a:off x="4535424" y="2670048"/>
            <a:ext cx="58521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529" name="Google Shape;529;p52"/>
          <p:cNvSpPr/>
          <p:nvPr/>
        </p:nvSpPr>
        <p:spPr>
          <a:xfrm>
            <a:off x="5120640" y="2670048"/>
            <a:ext cx="3291840" cy="347472"/>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 name="Google Shape;530;p52"/>
          <p:cNvSpPr/>
          <p:nvPr/>
        </p:nvSpPr>
        <p:spPr>
          <a:xfrm>
            <a:off x="5175504" y="2670048"/>
            <a:ext cx="323697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Year of report</a:t>
            </a:r>
            <a:endParaRPr sz="1000">
              <a:solidFill>
                <a:schemeClr val="dk1"/>
              </a:solidFill>
              <a:latin typeface="Calibri"/>
              <a:ea typeface="Calibri"/>
              <a:cs typeface="Calibri"/>
              <a:sym typeface="Calibri"/>
            </a:endParaRPr>
          </a:p>
        </p:txBody>
      </p:sp>
      <p:sp>
        <p:nvSpPr>
          <p:cNvPr id="531" name="Google Shape;531;p52"/>
          <p:cNvSpPr/>
          <p:nvPr/>
        </p:nvSpPr>
        <p:spPr>
          <a:xfrm>
            <a:off x="457200" y="3017520"/>
            <a:ext cx="1828800" cy="347472"/>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52"/>
          <p:cNvSpPr/>
          <p:nvPr/>
        </p:nvSpPr>
        <p:spPr>
          <a:xfrm>
            <a:off x="512064" y="3017520"/>
            <a:ext cx="177393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0000"/>
              </a:buClr>
              <a:buSzPts val="1000"/>
              <a:buFont typeface="Courier New"/>
              <a:buNone/>
            </a:pPr>
            <a:r>
              <a:rPr b="1" lang="en" sz="1000">
                <a:solidFill>
                  <a:srgbClr val="3A0000"/>
                </a:solidFill>
                <a:latin typeface="Courier New"/>
                <a:ea typeface="Courier New"/>
                <a:cs typeface="Courier New"/>
                <a:sym typeface="Courier New"/>
              </a:rPr>
              <a:t>d</a:t>
            </a:r>
            <a:r>
              <a:rPr b="1" lang="en" sz="1000">
                <a:solidFill>
                  <a:srgbClr val="3A0000"/>
                </a:solidFill>
                <a:latin typeface="Courier New"/>
                <a:ea typeface="Courier New"/>
                <a:cs typeface="Courier New"/>
                <a:sym typeface="Courier New"/>
              </a:rPr>
              <a:t>ay </a:t>
            </a:r>
            <a:endParaRPr sz="1000">
              <a:solidFill>
                <a:schemeClr val="dk1"/>
              </a:solidFill>
              <a:latin typeface="Calibri"/>
              <a:ea typeface="Calibri"/>
              <a:cs typeface="Calibri"/>
              <a:sym typeface="Calibri"/>
            </a:endParaRPr>
          </a:p>
        </p:txBody>
      </p:sp>
      <p:sp>
        <p:nvSpPr>
          <p:cNvPr id="533" name="Google Shape;533;p52"/>
          <p:cNvSpPr/>
          <p:nvPr/>
        </p:nvSpPr>
        <p:spPr>
          <a:xfrm>
            <a:off x="2286000" y="3017520"/>
            <a:ext cx="1280160" cy="347472"/>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p52"/>
          <p:cNvSpPr/>
          <p:nvPr/>
        </p:nvSpPr>
        <p:spPr>
          <a:xfrm>
            <a:off x="2340864" y="3017520"/>
            <a:ext cx="122529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lang="en" sz="1000">
                <a:solidFill>
                  <a:srgbClr val="6B6B6B"/>
                </a:solidFill>
                <a:latin typeface="Courier New"/>
                <a:ea typeface="Courier New"/>
                <a:cs typeface="Courier New"/>
                <a:sym typeface="Courier New"/>
              </a:rPr>
              <a:t>Text</a:t>
            </a:r>
            <a:r>
              <a:rPr i="1" lang="en" sz="1000">
                <a:solidFill>
                  <a:srgbClr val="6B6B6B"/>
                </a:solidFill>
                <a:latin typeface="Courier New"/>
                <a:ea typeface="Courier New"/>
                <a:cs typeface="Courier New"/>
                <a:sym typeface="Courier New"/>
              </a:rPr>
              <a:t>	</a:t>
            </a:r>
            <a:endParaRPr sz="1000">
              <a:solidFill>
                <a:schemeClr val="dk1"/>
              </a:solidFill>
              <a:latin typeface="Calibri"/>
              <a:ea typeface="Calibri"/>
              <a:cs typeface="Calibri"/>
              <a:sym typeface="Calibri"/>
            </a:endParaRPr>
          </a:p>
        </p:txBody>
      </p:sp>
      <p:sp>
        <p:nvSpPr>
          <p:cNvPr id="535" name="Google Shape;535;p52"/>
          <p:cNvSpPr/>
          <p:nvPr/>
        </p:nvSpPr>
        <p:spPr>
          <a:xfrm>
            <a:off x="3566160" y="3017520"/>
            <a:ext cx="914400" cy="347472"/>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6" name="Google Shape;536;p52"/>
          <p:cNvSpPr/>
          <p:nvPr/>
        </p:nvSpPr>
        <p:spPr>
          <a:xfrm>
            <a:off x="3621024" y="3017520"/>
            <a:ext cx="85953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YES</a:t>
            </a:r>
            <a:endParaRPr sz="1000">
              <a:solidFill>
                <a:schemeClr val="dk1"/>
              </a:solidFill>
              <a:latin typeface="Calibri"/>
              <a:ea typeface="Calibri"/>
              <a:cs typeface="Calibri"/>
              <a:sym typeface="Calibri"/>
            </a:endParaRPr>
          </a:p>
        </p:txBody>
      </p:sp>
      <p:sp>
        <p:nvSpPr>
          <p:cNvPr id="537" name="Google Shape;537;p52"/>
          <p:cNvSpPr/>
          <p:nvPr/>
        </p:nvSpPr>
        <p:spPr>
          <a:xfrm>
            <a:off x="4480560" y="3017520"/>
            <a:ext cx="640080" cy="347472"/>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52"/>
          <p:cNvSpPr/>
          <p:nvPr/>
        </p:nvSpPr>
        <p:spPr>
          <a:xfrm>
            <a:off x="4535424" y="3017520"/>
            <a:ext cx="58521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539" name="Google Shape;539;p52"/>
          <p:cNvSpPr/>
          <p:nvPr/>
        </p:nvSpPr>
        <p:spPr>
          <a:xfrm>
            <a:off x="5120640" y="3017520"/>
            <a:ext cx="3291840" cy="347472"/>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52"/>
          <p:cNvSpPr/>
          <p:nvPr/>
        </p:nvSpPr>
        <p:spPr>
          <a:xfrm>
            <a:off x="5175504" y="3017520"/>
            <a:ext cx="323697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Month and day of report</a:t>
            </a:r>
            <a:endParaRPr sz="1000">
              <a:solidFill>
                <a:schemeClr val="dk1"/>
              </a:solidFill>
              <a:latin typeface="Calibri"/>
              <a:ea typeface="Calibri"/>
              <a:cs typeface="Calibri"/>
              <a:sym typeface="Calibri"/>
            </a:endParaRPr>
          </a:p>
        </p:txBody>
      </p:sp>
      <p:sp>
        <p:nvSpPr>
          <p:cNvPr id="541" name="Google Shape;541;p52"/>
          <p:cNvSpPr/>
          <p:nvPr/>
        </p:nvSpPr>
        <p:spPr>
          <a:xfrm>
            <a:off x="457200" y="3364992"/>
            <a:ext cx="1828800" cy="347472"/>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52"/>
          <p:cNvSpPr/>
          <p:nvPr/>
        </p:nvSpPr>
        <p:spPr>
          <a:xfrm>
            <a:off x="512064" y="3364992"/>
            <a:ext cx="177393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0000"/>
              </a:buClr>
              <a:buSzPts val="1000"/>
              <a:buFont typeface="Courier New"/>
              <a:buNone/>
            </a:pPr>
            <a:r>
              <a:rPr b="1" lang="en" sz="1000">
                <a:solidFill>
                  <a:srgbClr val="3A0000"/>
                </a:solidFill>
                <a:latin typeface="Courier New"/>
                <a:ea typeface="Courier New"/>
                <a:cs typeface="Courier New"/>
                <a:sym typeface="Courier New"/>
              </a:rPr>
              <a:t>Beat		</a:t>
            </a:r>
            <a:endParaRPr sz="1000">
              <a:solidFill>
                <a:schemeClr val="dk1"/>
              </a:solidFill>
              <a:latin typeface="Calibri"/>
              <a:ea typeface="Calibri"/>
              <a:cs typeface="Calibri"/>
              <a:sym typeface="Calibri"/>
            </a:endParaRPr>
          </a:p>
        </p:txBody>
      </p:sp>
      <p:sp>
        <p:nvSpPr>
          <p:cNvPr id="543" name="Google Shape;543;p52"/>
          <p:cNvSpPr/>
          <p:nvPr/>
        </p:nvSpPr>
        <p:spPr>
          <a:xfrm>
            <a:off x="2286000" y="3364992"/>
            <a:ext cx="1280160" cy="347472"/>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52"/>
          <p:cNvSpPr/>
          <p:nvPr/>
        </p:nvSpPr>
        <p:spPr>
          <a:xfrm>
            <a:off x="2340864" y="3364992"/>
            <a:ext cx="122529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rPr lang="en" sz="1000">
                <a:solidFill>
                  <a:schemeClr val="dk1"/>
                </a:solidFill>
                <a:latin typeface="Courier New"/>
                <a:ea typeface="Courier New"/>
                <a:cs typeface="Courier New"/>
                <a:sym typeface="Courier New"/>
              </a:rPr>
              <a:t>text</a:t>
            </a:r>
            <a:endParaRPr sz="1000">
              <a:solidFill>
                <a:schemeClr val="dk1"/>
              </a:solidFill>
              <a:latin typeface="Courier New"/>
              <a:ea typeface="Courier New"/>
              <a:cs typeface="Courier New"/>
              <a:sym typeface="Courier New"/>
            </a:endParaRPr>
          </a:p>
        </p:txBody>
      </p:sp>
      <p:sp>
        <p:nvSpPr>
          <p:cNvPr id="545" name="Google Shape;545;p52"/>
          <p:cNvSpPr/>
          <p:nvPr/>
        </p:nvSpPr>
        <p:spPr>
          <a:xfrm>
            <a:off x="3566160" y="3364992"/>
            <a:ext cx="914400" cy="347472"/>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52"/>
          <p:cNvSpPr/>
          <p:nvPr/>
        </p:nvSpPr>
        <p:spPr>
          <a:xfrm>
            <a:off x="3621024" y="3364992"/>
            <a:ext cx="85953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rPr lang="en" sz="1000">
                <a:solidFill>
                  <a:schemeClr val="dk1"/>
                </a:solidFill>
                <a:latin typeface="Calibri"/>
                <a:ea typeface="Calibri"/>
                <a:cs typeface="Calibri"/>
                <a:sym typeface="Calibri"/>
              </a:rPr>
              <a:t>YES</a:t>
            </a:r>
            <a:endParaRPr sz="1000">
              <a:solidFill>
                <a:schemeClr val="dk1"/>
              </a:solidFill>
              <a:latin typeface="Calibri"/>
              <a:ea typeface="Calibri"/>
              <a:cs typeface="Calibri"/>
              <a:sym typeface="Calibri"/>
            </a:endParaRPr>
          </a:p>
        </p:txBody>
      </p:sp>
      <p:sp>
        <p:nvSpPr>
          <p:cNvPr id="547" name="Google Shape;547;p52"/>
          <p:cNvSpPr/>
          <p:nvPr/>
        </p:nvSpPr>
        <p:spPr>
          <a:xfrm>
            <a:off x="4480560" y="3364992"/>
            <a:ext cx="640080" cy="347472"/>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8" name="Google Shape;548;p52"/>
          <p:cNvSpPr/>
          <p:nvPr/>
        </p:nvSpPr>
        <p:spPr>
          <a:xfrm>
            <a:off x="4535424" y="3364992"/>
            <a:ext cx="58521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549" name="Google Shape;549;p52"/>
          <p:cNvSpPr/>
          <p:nvPr/>
        </p:nvSpPr>
        <p:spPr>
          <a:xfrm>
            <a:off x="5120640" y="3364992"/>
            <a:ext cx="3291840" cy="347472"/>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0" name="Google Shape;550;p52"/>
          <p:cNvSpPr/>
          <p:nvPr/>
        </p:nvSpPr>
        <p:spPr>
          <a:xfrm>
            <a:off x="5175504" y="3364992"/>
            <a:ext cx="3236976"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Police beat area where incident occured</a:t>
            </a:r>
            <a:endParaRPr sz="1000">
              <a:solidFill>
                <a:schemeClr val="dk1"/>
              </a:solidFill>
              <a:latin typeface="Calibri"/>
              <a:ea typeface="Calibri"/>
              <a:cs typeface="Calibri"/>
              <a:sym typeface="Calibri"/>
            </a:endParaRPr>
          </a:p>
        </p:txBody>
      </p:sp>
      <p:sp>
        <p:nvSpPr>
          <p:cNvPr id="551" name="Google Shape;551;p52"/>
          <p:cNvSpPr/>
          <p:nvPr/>
        </p:nvSpPr>
        <p:spPr>
          <a:xfrm>
            <a:off x="457200" y="3840480"/>
            <a:ext cx="8229600" cy="77724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52"/>
          <p:cNvSpPr/>
          <p:nvPr/>
        </p:nvSpPr>
        <p:spPr>
          <a:xfrm>
            <a:off x="457200" y="3840480"/>
            <a:ext cx="54864" cy="77724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52"/>
          <p:cNvSpPr/>
          <p:nvPr/>
        </p:nvSpPr>
        <p:spPr>
          <a:xfrm>
            <a:off x="594360" y="3913632"/>
            <a:ext cx="8046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INDEXES / CONSTRAINTS</a:t>
            </a:r>
            <a:endParaRPr sz="750">
              <a:solidFill>
                <a:schemeClr val="dk1"/>
              </a:solidFill>
              <a:latin typeface="Calibri"/>
              <a:ea typeface="Calibri"/>
              <a:cs typeface="Calibri"/>
              <a:sym typeface="Calibri"/>
            </a:endParaRPr>
          </a:p>
        </p:txBody>
      </p:sp>
      <p:sp>
        <p:nvSpPr>
          <p:cNvPr id="554" name="Google Shape;554;p52"/>
          <p:cNvSpPr/>
          <p:nvPr/>
        </p:nvSpPr>
        <p:spPr>
          <a:xfrm>
            <a:off x="594360" y="4114800"/>
            <a:ext cx="8028432" cy="4297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lang="en" sz="1100">
                <a:solidFill>
                  <a:schemeClr val="dk1"/>
                </a:solidFill>
                <a:latin typeface="Calibri"/>
                <a:ea typeface="Calibri"/>
                <a:cs typeface="Calibri"/>
                <a:sym typeface="Calibri"/>
              </a:rPr>
              <a:t>PK on incident_report_num to ensure each incident report is unique</a:t>
            </a:r>
            <a:endParaRPr sz="1100">
              <a:solidFill>
                <a:schemeClr val="dk1"/>
              </a:solidFill>
              <a:latin typeface="Calibri"/>
              <a:ea typeface="Calibri"/>
              <a:cs typeface="Calibri"/>
              <a:sym typeface="Calibri"/>
            </a:endParaRPr>
          </a:p>
        </p:txBody>
      </p:sp>
      <p:sp>
        <p:nvSpPr>
          <p:cNvPr id="555" name="Google Shape;555;p52"/>
          <p:cNvSpPr/>
          <p:nvPr/>
        </p:nvSpPr>
        <p:spPr>
          <a:xfrm>
            <a:off x="8046720" y="4800600"/>
            <a:ext cx="9144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B6B"/>
              </a:buClr>
              <a:buSzPts val="900"/>
              <a:buFont typeface="Calibri"/>
              <a:buNone/>
            </a:pPr>
            <a:r>
              <a:rPr lang="en" sz="900">
                <a:solidFill>
                  <a:srgbClr val="6B6B6B"/>
                </a:solidFill>
                <a:latin typeface="Calibri"/>
                <a:ea typeface="Calibri"/>
                <a:cs typeface="Calibri"/>
                <a:sym typeface="Calibri"/>
              </a:rPr>
              <a:t>7</a:t>
            </a:r>
            <a:r>
              <a:rPr lang="en" sz="900">
                <a:solidFill>
                  <a:srgbClr val="6B6B6B"/>
                </a:solidFill>
                <a:latin typeface="Calibri"/>
                <a:ea typeface="Calibri"/>
                <a:cs typeface="Calibri"/>
                <a:sym typeface="Calibri"/>
              </a:rPr>
              <a:t> / 12</a:t>
            </a:r>
            <a:endParaRPr sz="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6"/>
        </a:solidFill>
      </p:bgPr>
    </p:bg>
    <p:spTree>
      <p:nvGrpSpPr>
        <p:cNvPr id="560" name="Shape 560"/>
        <p:cNvGrpSpPr/>
        <p:nvPr/>
      </p:nvGrpSpPr>
      <p:grpSpPr>
        <a:xfrm>
          <a:off x="0" y="0"/>
          <a:ext cx="0" cy="0"/>
          <a:chOff x="0" y="0"/>
          <a:chExt cx="0" cy="0"/>
        </a:xfrm>
      </p:grpSpPr>
      <p:sp>
        <p:nvSpPr>
          <p:cNvPr id="561" name="Google Shape;561;p53"/>
          <p:cNvSpPr/>
          <p:nvPr/>
        </p:nvSpPr>
        <p:spPr>
          <a:xfrm>
            <a:off x="457200" y="384048"/>
            <a:ext cx="0" cy="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53"/>
          <p:cNvSpPr/>
          <p:nvPr/>
        </p:nvSpPr>
        <p:spPr>
          <a:xfrm>
            <a:off x="0" y="0"/>
            <a:ext cx="9144000" cy="3474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53"/>
          <p:cNvSpPr/>
          <p:nvPr/>
        </p:nvSpPr>
        <p:spPr>
          <a:xfrm>
            <a:off x="365760" y="0"/>
            <a:ext cx="54864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05  ·  LOAD</a:t>
            </a:r>
            <a:endParaRPr sz="1000">
              <a:solidFill>
                <a:schemeClr val="dk1"/>
              </a:solidFill>
              <a:latin typeface="Calibri"/>
              <a:ea typeface="Calibri"/>
              <a:cs typeface="Calibri"/>
              <a:sym typeface="Calibri"/>
            </a:endParaRPr>
          </a:p>
        </p:txBody>
      </p:sp>
      <p:sp>
        <p:nvSpPr>
          <p:cNvPr id="564" name="Google Shape;564;p53"/>
          <p:cNvSpPr/>
          <p:nvPr/>
        </p:nvSpPr>
        <p:spPr>
          <a:xfrm>
            <a:off x="457200" y="438912"/>
            <a:ext cx="8229600" cy="530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00000"/>
              </a:buClr>
              <a:buSzPts val="2600"/>
              <a:buFont typeface="Georgia"/>
              <a:buNone/>
            </a:pPr>
            <a:r>
              <a:rPr b="1" lang="en" sz="2600">
                <a:solidFill>
                  <a:srgbClr val="500000"/>
                </a:solidFill>
                <a:latin typeface="Georgia"/>
                <a:ea typeface="Georgia"/>
                <a:cs typeface="Georgia"/>
                <a:sym typeface="Georgia"/>
              </a:rPr>
              <a:t>PostgreSQL Table Schema</a:t>
            </a:r>
            <a:endParaRPr sz="2600">
              <a:solidFill>
                <a:schemeClr val="dk1"/>
              </a:solidFill>
              <a:latin typeface="Calibri"/>
              <a:ea typeface="Calibri"/>
              <a:cs typeface="Calibri"/>
              <a:sym typeface="Calibri"/>
            </a:endParaRPr>
          </a:p>
        </p:txBody>
      </p:sp>
      <p:sp>
        <p:nvSpPr>
          <p:cNvPr id="565" name="Google Shape;565;p53"/>
          <p:cNvSpPr/>
          <p:nvPr/>
        </p:nvSpPr>
        <p:spPr>
          <a:xfrm>
            <a:off x="457200" y="1024128"/>
            <a:ext cx="41148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00000"/>
              </a:buClr>
              <a:buSzPts val="1200"/>
              <a:buFont typeface="Courier New"/>
              <a:buNone/>
            </a:pPr>
            <a:r>
              <a:rPr b="1" lang="en" sz="1200">
                <a:solidFill>
                  <a:srgbClr val="500000"/>
                </a:solidFill>
                <a:latin typeface="Courier New"/>
                <a:ea typeface="Courier New"/>
                <a:cs typeface="Courier New"/>
                <a:sym typeface="Courier New"/>
              </a:rPr>
              <a:t>Table: incident_details</a:t>
            </a:r>
            <a:endParaRPr sz="1200">
              <a:solidFill>
                <a:schemeClr val="dk1"/>
              </a:solidFill>
              <a:latin typeface="Calibri"/>
              <a:ea typeface="Calibri"/>
              <a:cs typeface="Calibri"/>
              <a:sym typeface="Calibri"/>
            </a:endParaRPr>
          </a:p>
        </p:txBody>
      </p:sp>
      <p:sp>
        <p:nvSpPr>
          <p:cNvPr id="566" name="Google Shape;566;p53"/>
          <p:cNvSpPr/>
          <p:nvPr/>
        </p:nvSpPr>
        <p:spPr>
          <a:xfrm>
            <a:off x="457200" y="1353312"/>
            <a:ext cx="1828800" cy="2742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53"/>
          <p:cNvSpPr/>
          <p:nvPr/>
        </p:nvSpPr>
        <p:spPr>
          <a:xfrm>
            <a:off x="502920" y="1353312"/>
            <a:ext cx="178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Column</a:t>
            </a:r>
            <a:endParaRPr sz="900">
              <a:solidFill>
                <a:schemeClr val="dk1"/>
              </a:solidFill>
              <a:latin typeface="Calibri"/>
              <a:ea typeface="Calibri"/>
              <a:cs typeface="Calibri"/>
              <a:sym typeface="Calibri"/>
            </a:endParaRPr>
          </a:p>
        </p:txBody>
      </p:sp>
      <p:sp>
        <p:nvSpPr>
          <p:cNvPr id="568" name="Google Shape;568;p53"/>
          <p:cNvSpPr/>
          <p:nvPr/>
        </p:nvSpPr>
        <p:spPr>
          <a:xfrm>
            <a:off x="2286000" y="1353312"/>
            <a:ext cx="1280100" cy="2742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9" name="Google Shape;569;p53"/>
          <p:cNvSpPr/>
          <p:nvPr/>
        </p:nvSpPr>
        <p:spPr>
          <a:xfrm>
            <a:off x="2331720" y="1353312"/>
            <a:ext cx="1234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Type</a:t>
            </a:r>
            <a:endParaRPr sz="900">
              <a:solidFill>
                <a:schemeClr val="dk1"/>
              </a:solidFill>
              <a:latin typeface="Calibri"/>
              <a:ea typeface="Calibri"/>
              <a:cs typeface="Calibri"/>
              <a:sym typeface="Calibri"/>
            </a:endParaRPr>
          </a:p>
        </p:txBody>
      </p:sp>
      <p:sp>
        <p:nvSpPr>
          <p:cNvPr id="570" name="Google Shape;570;p53"/>
          <p:cNvSpPr/>
          <p:nvPr/>
        </p:nvSpPr>
        <p:spPr>
          <a:xfrm>
            <a:off x="3566160" y="1353312"/>
            <a:ext cx="914400" cy="2742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53"/>
          <p:cNvSpPr/>
          <p:nvPr/>
        </p:nvSpPr>
        <p:spPr>
          <a:xfrm>
            <a:off x="3611880" y="1353312"/>
            <a:ext cx="868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Nullable</a:t>
            </a:r>
            <a:endParaRPr sz="900">
              <a:solidFill>
                <a:schemeClr val="dk1"/>
              </a:solidFill>
              <a:latin typeface="Calibri"/>
              <a:ea typeface="Calibri"/>
              <a:cs typeface="Calibri"/>
              <a:sym typeface="Calibri"/>
            </a:endParaRPr>
          </a:p>
        </p:txBody>
      </p:sp>
      <p:sp>
        <p:nvSpPr>
          <p:cNvPr id="572" name="Google Shape;572;p53"/>
          <p:cNvSpPr/>
          <p:nvPr/>
        </p:nvSpPr>
        <p:spPr>
          <a:xfrm>
            <a:off x="4480560" y="1353312"/>
            <a:ext cx="640200" cy="2742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3" name="Google Shape;573;p53"/>
          <p:cNvSpPr/>
          <p:nvPr/>
        </p:nvSpPr>
        <p:spPr>
          <a:xfrm>
            <a:off x="4526280" y="1353312"/>
            <a:ext cx="59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Key</a:t>
            </a:r>
            <a:endParaRPr sz="900">
              <a:solidFill>
                <a:schemeClr val="dk1"/>
              </a:solidFill>
              <a:latin typeface="Calibri"/>
              <a:ea typeface="Calibri"/>
              <a:cs typeface="Calibri"/>
              <a:sym typeface="Calibri"/>
            </a:endParaRPr>
          </a:p>
        </p:txBody>
      </p:sp>
      <p:sp>
        <p:nvSpPr>
          <p:cNvPr id="574" name="Google Shape;574;p53"/>
          <p:cNvSpPr/>
          <p:nvPr/>
        </p:nvSpPr>
        <p:spPr>
          <a:xfrm>
            <a:off x="5120640" y="1353312"/>
            <a:ext cx="3291900" cy="2742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5" name="Google Shape;575;p53"/>
          <p:cNvSpPr/>
          <p:nvPr/>
        </p:nvSpPr>
        <p:spPr>
          <a:xfrm>
            <a:off x="5166360" y="1353312"/>
            <a:ext cx="324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Description</a:t>
            </a:r>
            <a:endParaRPr sz="900">
              <a:solidFill>
                <a:schemeClr val="dk1"/>
              </a:solidFill>
              <a:latin typeface="Calibri"/>
              <a:ea typeface="Calibri"/>
              <a:cs typeface="Calibri"/>
              <a:sym typeface="Calibri"/>
            </a:endParaRPr>
          </a:p>
        </p:txBody>
      </p:sp>
      <p:sp>
        <p:nvSpPr>
          <p:cNvPr id="576" name="Google Shape;576;p53"/>
          <p:cNvSpPr/>
          <p:nvPr/>
        </p:nvSpPr>
        <p:spPr>
          <a:xfrm>
            <a:off x="457200" y="1627632"/>
            <a:ext cx="18288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53"/>
          <p:cNvSpPr/>
          <p:nvPr/>
        </p:nvSpPr>
        <p:spPr>
          <a:xfrm>
            <a:off x="512064" y="1627632"/>
            <a:ext cx="17739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0000"/>
              </a:buClr>
              <a:buSzPts val="1000"/>
              <a:buFont typeface="Courier New"/>
              <a:buNone/>
            </a:pPr>
            <a:r>
              <a:rPr b="1" lang="en" sz="1000">
                <a:solidFill>
                  <a:srgbClr val="3A0000"/>
                </a:solidFill>
                <a:latin typeface="Courier New"/>
                <a:ea typeface="Courier New"/>
                <a:cs typeface="Courier New"/>
                <a:sym typeface="Courier New"/>
              </a:rPr>
              <a:t>incident_detail_num</a:t>
            </a:r>
            <a:endParaRPr sz="1000">
              <a:solidFill>
                <a:schemeClr val="dk1"/>
              </a:solidFill>
              <a:latin typeface="Calibri"/>
              <a:ea typeface="Calibri"/>
              <a:cs typeface="Calibri"/>
              <a:sym typeface="Calibri"/>
            </a:endParaRPr>
          </a:p>
        </p:txBody>
      </p:sp>
      <p:sp>
        <p:nvSpPr>
          <p:cNvPr id="578" name="Google Shape;578;p53"/>
          <p:cNvSpPr/>
          <p:nvPr/>
        </p:nvSpPr>
        <p:spPr>
          <a:xfrm>
            <a:off x="2286000" y="1627632"/>
            <a:ext cx="12801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9" name="Google Shape;579;p53"/>
          <p:cNvSpPr/>
          <p:nvPr/>
        </p:nvSpPr>
        <p:spPr>
          <a:xfrm>
            <a:off x="2340864" y="1627632"/>
            <a:ext cx="1225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lang="en" sz="1000">
                <a:solidFill>
                  <a:srgbClr val="6B6B6B"/>
                </a:solidFill>
                <a:latin typeface="Courier New"/>
                <a:ea typeface="Courier New"/>
                <a:cs typeface="Courier New"/>
                <a:sym typeface="Courier New"/>
              </a:rPr>
              <a:t>integer</a:t>
            </a:r>
            <a:endParaRPr sz="1000">
              <a:solidFill>
                <a:schemeClr val="dk1"/>
              </a:solidFill>
              <a:latin typeface="Calibri"/>
              <a:ea typeface="Calibri"/>
              <a:cs typeface="Calibri"/>
              <a:sym typeface="Calibri"/>
            </a:endParaRPr>
          </a:p>
        </p:txBody>
      </p:sp>
      <p:sp>
        <p:nvSpPr>
          <p:cNvPr id="580" name="Google Shape;580;p53"/>
          <p:cNvSpPr/>
          <p:nvPr/>
        </p:nvSpPr>
        <p:spPr>
          <a:xfrm>
            <a:off x="3566160" y="1627632"/>
            <a:ext cx="9144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p53"/>
          <p:cNvSpPr/>
          <p:nvPr/>
        </p:nvSpPr>
        <p:spPr>
          <a:xfrm>
            <a:off x="3621024" y="1627632"/>
            <a:ext cx="859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NO</a:t>
            </a:r>
            <a:endParaRPr sz="1000">
              <a:solidFill>
                <a:schemeClr val="dk1"/>
              </a:solidFill>
              <a:latin typeface="Calibri"/>
              <a:ea typeface="Calibri"/>
              <a:cs typeface="Calibri"/>
              <a:sym typeface="Calibri"/>
            </a:endParaRPr>
          </a:p>
        </p:txBody>
      </p:sp>
      <p:sp>
        <p:nvSpPr>
          <p:cNvPr id="582" name="Google Shape;582;p53"/>
          <p:cNvSpPr/>
          <p:nvPr/>
        </p:nvSpPr>
        <p:spPr>
          <a:xfrm>
            <a:off x="4480560" y="1627632"/>
            <a:ext cx="6402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53"/>
          <p:cNvSpPr/>
          <p:nvPr/>
        </p:nvSpPr>
        <p:spPr>
          <a:xfrm>
            <a:off x="4535424" y="1627632"/>
            <a:ext cx="585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584" name="Google Shape;584;p53"/>
          <p:cNvSpPr/>
          <p:nvPr/>
        </p:nvSpPr>
        <p:spPr>
          <a:xfrm>
            <a:off x="4535424" y="1709928"/>
            <a:ext cx="347400" cy="1647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53"/>
          <p:cNvSpPr/>
          <p:nvPr/>
        </p:nvSpPr>
        <p:spPr>
          <a:xfrm>
            <a:off x="4535424" y="1709928"/>
            <a:ext cx="3474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 sz="800">
                <a:solidFill>
                  <a:srgbClr val="FFFFFF"/>
                </a:solidFill>
                <a:latin typeface="Calibri"/>
                <a:ea typeface="Calibri"/>
                <a:cs typeface="Calibri"/>
                <a:sym typeface="Calibri"/>
              </a:rPr>
              <a:t>PK</a:t>
            </a:r>
            <a:endParaRPr sz="800">
              <a:solidFill>
                <a:schemeClr val="dk1"/>
              </a:solidFill>
              <a:latin typeface="Calibri"/>
              <a:ea typeface="Calibri"/>
              <a:cs typeface="Calibri"/>
              <a:sym typeface="Calibri"/>
            </a:endParaRPr>
          </a:p>
        </p:txBody>
      </p:sp>
      <p:sp>
        <p:nvSpPr>
          <p:cNvPr id="586" name="Google Shape;586;p53"/>
          <p:cNvSpPr/>
          <p:nvPr/>
        </p:nvSpPr>
        <p:spPr>
          <a:xfrm>
            <a:off x="5120640" y="1627632"/>
            <a:ext cx="32919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53"/>
          <p:cNvSpPr/>
          <p:nvPr/>
        </p:nvSpPr>
        <p:spPr>
          <a:xfrm>
            <a:off x="5175504" y="1627632"/>
            <a:ext cx="3237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Unique incident detail number, primary key</a:t>
            </a:r>
            <a:endParaRPr sz="1000">
              <a:solidFill>
                <a:schemeClr val="dk1"/>
              </a:solidFill>
              <a:latin typeface="Calibri"/>
              <a:ea typeface="Calibri"/>
              <a:cs typeface="Calibri"/>
              <a:sym typeface="Calibri"/>
            </a:endParaRPr>
          </a:p>
        </p:txBody>
      </p:sp>
      <p:sp>
        <p:nvSpPr>
          <p:cNvPr id="588" name="Google Shape;588;p53"/>
          <p:cNvSpPr/>
          <p:nvPr/>
        </p:nvSpPr>
        <p:spPr>
          <a:xfrm>
            <a:off x="457200" y="1975104"/>
            <a:ext cx="18288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p53"/>
          <p:cNvSpPr/>
          <p:nvPr/>
        </p:nvSpPr>
        <p:spPr>
          <a:xfrm>
            <a:off x="512064" y="1975104"/>
            <a:ext cx="17739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0000"/>
              </a:buClr>
              <a:buSzPts val="1000"/>
              <a:buFont typeface="Courier New"/>
              <a:buNone/>
            </a:pPr>
            <a:r>
              <a:rPr b="1" lang="en" sz="900">
                <a:solidFill>
                  <a:srgbClr val="3A0000"/>
                </a:solidFill>
                <a:latin typeface="Courier New"/>
                <a:ea typeface="Courier New"/>
                <a:cs typeface="Courier New"/>
                <a:sym typeface="Courier New"/>
              </a:rPr>
              <a:t>i</a:t>
            </a:r>
            <a:r>
              <a:rPr b="1" lang="en" sz="900">
                <a:solidFill>
                  <a:srgbClr val="3A0000"/>
                </a:solidFill>
                <a:latin typeface="Courier New"/>
                <a:ea typeface="Courier New"/>
                <a:cs typeface="Courier New"/>
                <a:sym typeface="Courier New"/>
              </a:rPr>
              <a:t>ncident_report_num</a:t>
            </a:r>
            <a:endParaRPr sz="900">
              <a:solidFill>
                <a:schemeClr val="dk1"/>
              </a:solidFill>
              <a:latin typeface="Calibri"/>
              <a:ea typeface="Calibri"/>
              <a:cs typeface="Calibri"/>
              <a:sym typeface="Calibri"/>
            </a:endParaRPr>
          </a:p>
        </p:txBody>
      </p:sp>
      <p:sp>
        <p:nvSpPr>
          <p:cNvPr id="590" name="Google Shape;590;p53"/>
          <p:cNvSpPr/>
          <p:nvPr/>
        </p:nvSpPr>
        <p:spPr>
          <a:xfrm>
            <a:off x="2286000" y="1975104"/>
            <a:ext cx="12801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1" name="Google Shape;591;p53"/>
          <p:cNvSpPr/>
          <p:nvPr/>
        </p:nvSpPr>
        <p:spPr>
          <a:xfrm>
            <a:off x="2340864" y="1975104"/>
            <a:ext cx="1225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lang="en" sz="1000">
                <a:solidFill>
                  <a:srgbClr val="6B6B6B"/>
                </a:solidFill>
                <a:latin typeface="Courier New"/>
                <a:ea typeface="Courier New"/>
                <a:cs typeface="Courier New"/>
                <a:sym typeface="Courier New"/>
              </a:rPr>
              <a:t>bigint</a:t>
            </a:r>
            <a:endParaRPr sz="1000">
              <a:solidFill>
                <a:schemeClr val="dk1"/>
              </a:solidFill>
              <a:latin typeface="Calibri"/>
              <a:ea typeface="Calibri"/>
              <a:cs typeface="Calibri"/>
              <a:sym typeface="Calibri"/>
            </a:endParaRPr>
          </a:p>
        </p:txBody>
      </p:sp>
      <p:sp>
        <p:nvSpPr>
          <p:cNvPr id="592" name="Google Shape;592;p53"/>
          <p:cNvSpPr/>
          <p:nvPr/>
        </p:nvSpPr>
        <p:spPr>
          <a:xfrm>
            <a:off x="3566160" y="1975104"/>
            <a:ext cx="9144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3" name="Google Shape;593;p53"/>
          <p:cNvSpPr/>
          <p:nvPr/>
        </p:nvSpPr>
        <p:spPr>
          <a:xfrm>
            <a:off x="3621024" y="1975104"/>
            <a:ext cx="859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YES</a:t>
            </a:r>
            <a:endParaRPr sz="1000">
              <a:solidFill>
                <a:schemeClr val="dk1"/>
              </a:solidFill>
              <a:latin typeface="Calibri"/>
              <a:ea typeface="Calibri"/>
              <a:cs typeface="Calibri"/>
              <a:sym typeface="Calibri"/>
            </a:endParaRPr>
          </a:p>
        </p:txBody>
      </p:sp>
      <p:sp>
        <p:nvSpPr>
          <p:cNvPr id="594" name="Google Shape;594;p53"/>
          <p:cNvSpPr/>
          <p:nvPr/>
        </p:nvSpPr>
        <p:spPr>
          <a:xfrm>
            <a:off x="4480560" y="1975104"/>
            <a:ext cx="6402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5" name="Google Shape;595;p53"/>
          <p:cNvSpPr/>
          <p:nvPr/>
        </p:nvSpPr>
        <p:spPr>
          <a:xfrm>
            <a:off x="4535424" y="1975104"/>
            <a:ext cx="585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rPr lang="en" sz="1000">
                <a:solidFill>
                  <a:schemeClr val="dk1"/>
                </a:solidFill>
                <a:latin typeface="Calibri"/>
                <a:ea typeface="Calibri"/>
                <a:cs typeface="Calibri"/>
                <a:sym typeface="Calibri"/>
              </a:rPr>
              <a:t>FK</a:t>
            </a:r>
            <a:endParaRPr sz="1000">
              <a:solidFill>
                <a:schemeClr val="dk1"/>
              </a:solidFill>
              <a:latin typeface="Calibri"/>
              <a:ea typeface="Calibri"/>
              <a:cs typeface="Calibri"/>
              <a:sym typeface="Calibri"/>
            </a:endParaRPr>
          </a:p>
        </p:txBody>
      </p:sp>
      <p:sp>
        <p:nvSpPr>
          <p:cNvPr id="596" name="Google Shape;596;p53"/>
          <p:cNvSpPr/>
          <p:nvPr/>
        </p:nvSpPr>
        <p:spPr>
          <a:xfrm>
            <a:off x="5120640" y="1975104"/>
            <a:ext cx="32919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7" name="Google Shape;597;p53"/>
          <p:cNvSpPr/>
          <p:nvPr/>
        </p:nvSpPr>
        <p:spPr>
          <a:xfrm>
            <a:off x="5175504" y="1975104"/>
            <a:ext cx="3237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Incident report number, foreign key</a:t>
            </a:r>
            <a:endParaRPr sz="1000">
              <a:solidFill>
                <a:schemeClr val="dk1"/>
              </a:solidFill>
              <a:latin typeface="Calibri"/>
              <a:ea typeface="Calibri"/>
              <a:cs typeface="Calibri"/>
              <a:sym typeface="Calibri"/>
            </a:endParaRPr>
          </a:p>
        </p:txBody>
      </p:sp>
      <p:sp>
        <p:nvSpPr>
          <p:cNvPr id="598" name="Google Shape;598;p53"/>
          <p:cNvSpPr/>
          <p:nvPr/>
        </p:nvSpPr>
        <p:spPr>
          <a:xfrm>
            <a:off x="457200" y="2322576"/>
            <a:ext cx="18288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9" name="Google Shape;599;p53"/>
          <p:cNvSpPr/>
          <p:nvPr/>
        </p:nvSpPr>
        <p:spPr>
          <a:xfrm>
            <a:off x="512064" y="2322576"/>
            <a:ext cx="17739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0000"/>
              </a:buClr>
              <a:buSzPts val="1000"/>
              <a:buFont typeface="Courier New"/>
              <a:buNone/>
            </a:pPr>
            <a:r>
              <a:rPr b="1" lang="en" sz="1000">
                <a:solidFill>
                  <a:srgbClr val="3A0000"/>
                </a:solidFill>
                <a:latin typeface="Courier New"/>
                <a:ea typeface="Courier New"/>
                <a:cs typeface="Courier New"/>
                <a:sym typeface="Courier New"/>
              </a:rPr>
              <a:t>citizen_num</a:t>
            </a:r>
            <a:endParaRPr sz="1000">
              <a:solidFill>
                <a:schemeClr val="dk1"/>
              </a:solidFill>
              <a:latin typeface="Calibri"/>
              <a:ea typeface="Calibri"/>
              <a:cs typeface="Calibri"/>
              <a:sym typeface="Calibri"/>
            </a:endParaRPr>
          </a:p>
        </p:txBody>
      </p:sp>
      <p:sp>
        <p:nvSpPr>
          <p:cNvPr id="600" name="Google Shape;600;p53"/>
          <p:cNvSpPr/>
          <p:nvPr/>
        </p:nvSpPr>
        <p:spPr>
          <a:xfrm>
            <a:off x="2286000" y="2322576"/>
            <a:ext cx="12801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1" name="Google Shape;601;p53"/>
          <p:cNvSpPr/>
          <p:nvPr/>
        </p:nvSpPr>
        <p:spPr>
          <a:xfrm>
            <a:off x="2340864" y="2322576"/>
            <a:ext cx="1225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lang="en" sz="1000">
                <a:solidFill>
                  <a:srgbClr val="6B6B6B"/>
                </a:solidFill>
                <a:latin typeface="Courier New"/>
                <a:ea typeface="Courier New"/>
                <a:cs typeface="Courier New"/>
                <a:sym typeface="Courier New"/>
              </a:rPr>
              <a:t>integer</a:t>
            </a:r>
            <a:endParaRPr sz="1000">
              <a:solidFill>
                <a:schemeClr val="dk1"/>
              </a:solidFill>
              <a:latin typeface="Calibri"/>
              <a:ea typeface="Calibri"/>
              <a:cs typeface="Calibri"/>
              <a:sym typeface="Calibri"/>
            </a:endParaRPr>
          </a:p>
        </p:txBody>
      </p:sp>
      <p:sp>
        <p:nvSpPr>
          <p:cNvPr id="602" name="Google Shape;602;p53"/>
          <p:cNvSpPr/>
          <p:nvPr/>
        </p:nvSpPr>
        <p:spPr>
          <a:xfrm>
            <a:off x="3566160" y="2322576"/>
            <a:ext cx="9144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3" name="Google Shape;603;p53"/>
          <p:cNvSpPr/>
          <p:nvPr/>
        </p:nvSpPr>
        <p:spPr>
          <a:xfrm>
            <a:off x="3621024" y="2322576"/>
            <a:ext cx="859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YES</a:t>
            </a:r>
            <a:endParaRPr sz="1000">
              <a:solidFill>
                <a:schemeClr val="dk1"/>
              </a:solidFill>
              <a:latin typeface="Calibri"/>
              <a:ea typeface="Calibri"/>
              <a:cs typeface="Calibri"/>
              <a:sym typeface="Calibri"/>
            </a:endParaRPr>
          </a:p>
        </p:txBody>
      </p:sp>
      <p:sp>
        <p:nvSpPr>
          <p:cNvPr id="604" name="Google Shape;604;p53"/>
          <p:cNvSpPr/>
          <p:nvPr/>
        </p:nvSpPr>
        <p:spPr>
          <a:xfrm>
            <a:off x="4480560" y="2322576"/>
            <a:ext cx="6402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5" name="Google Shape;605;p53"/>
          <p:cNvSpPr/>
          <p:nvPr/>
        </p:nvSpPr>
        <p:spPr>
          <a:xfrm>
            <a:off x="4535424" y="2322576"/>
            <a:ext cx="585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rPr lang="en" sz="1000">
                <a:solidFill>
                  <a:schemeClr val="dk1"/>
                </a:solidFill>
                <a:latin typeface="Calibri"/>
                <a:ea typeface="Calibri"/>
                <a:cs typeface="Calibri"/>
                <a:sym typeface="Calibri"/>
              </a:rPr>
              <a:t>FK</a:t>
            </a:r>
            <a:endParaRPr sz="1000">
              <a:solidFill>
                <a:schemeClr val="dk1"/>
              </a:solidFill>
              <a:latin typeface="Calibri"/>
              <a:ea typeface="Calibri"/>
              <a:cs typeface="Calibri"/>
              <a:sym typeface="Calibri"/>
            </a:endParaRPr>
          </a:p>
        </p:txBody>
      </p:sp>
      <p:sp>
        <p:nvSpPr>
          <p:cNvPr id="606" name="Google Shape;606;p53"/>
          <p:cNvSpPr/>
          <p:nvPr/>
        </p:nvSpPr>
        <p:spPr>
          <a:xfrm>
            <a:off x="5120640" y="2322576"/>
            <a:ext cx="32919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7" name="Google Shape;607;p53"/>
          <p:cNvSpPr/>
          <p:nvPr/>
        </p:nvSpPr>
        <p:spPr>
          <a:xfrm>
            <a:off x="5175504" y="2322576"/>
            <a:ext cx="3237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Number assigned to citizen in incident report, foreign key</a:t>
            </a:r>
            <a:endParaRPr sz="1000">
              <a:solidFill>
                <a:schemeClr val="dk1"/>
              </a:solidFill>
              <a:latin typeface="Calibri"/>
              <a:ea typeface="Calibri"/>
              <a:cs typeface="Calibri"/>
              <a:sym typeface="Calibri"/>
            </a:endParaRPr>
          </a:p>
        </p:txBody>
      </p:sp>
      <p:sp>
        <p:nvSpPr>
          <p:cNvPr id="608" name="Google Shape;608;p53"/>
          <p:cNvSpPr/>
          <p:nvPr/>
        </p:nvSpPr>
        <p:spPr>
          <a:xfrm>
            <a:off x="457200" y="2670048"/>
            <a:ext cx="18288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9" name="Google Shape;609;p53"/>
          <p:cNvSpPr/>
          <p:nvPr/>
        </p:nvSpPr>
        <p:spPr>
          <a:xfrm>
            <a:off x="512064" y="2670048"/>
            <a:ext cx="17739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0000"/>
              </a:buClr>
              <a:buSzPts val="1000"/>
              <a:buFont typeface="Courier New"/>
              <a:buNone/>
            </a:pPr>
            <a:r>
              <a:rPr b="1" lang="en" sz="1000">
                <a:solidFill>
                  <a:srgbClr val="3A0000"/>
                </a:solidFill>
                <a:latin typeface="Courier New"/>
                <a:ea typeface="Courier New"/>
                <a:cs typeface="Courier New"/>
                <a:sym typeface="Courier New"/>
              </a:rPr>
              <a:t>citizen_charge</a:t>
            </a:r>
            <a:endParaRPr sz="1000">
              <a:solidFill>
                <a:schemeClr val="dk1"/>
              </a:solidFill>
              <a:latin typeface="Calibri"/>
              <a:ea typeface="Calibri"/>
              <a:cs typeface="Calibri"/>
              <a:sym typeface="Calibri"/>
            </a:endParaRPr>
          </a:p>
        </p:txBody>
      </p:sp>
      <p:sp>
        <p:nvSpPr>
          <p:cNvPr id="610" name="Google Shape;610;p53"/>
          <p:cNvSpPr/>
          <p:nvPr/>
        </p:nvSpPr>
        <p:spPr>
          <a:xfrm>
            <a:off x="2286000" y="2670048"/>
            <a:ext cx="12801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1" name="Google Shape;611;p53"/>
          <p:cNvSpPr/>
          <p:nvPr/>
        </p:nvSpPr>
        <p:spPr>
          <a:xfrm>
            <a:off x="2340864" y="2670048"/>
            <a:ext cx="1225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lang="en" sz="1000">
                <a:solidFill>
                  <a:srgbClr val="6B6B6B"/>
                </a:solidFill>
                <a:latin typeface="Courier New"/>
                <a:ea typeface="Courier New"/>
                <a:cs typeface="Courier New"/>
                <a:sym typeface="Courier New"/>
              </a:rPr>
              <a:t>text</a:t>
            </a:r>
            <a:r>
              <a:rPr lang="en" sz="1000">
                <a:solidFill>
                  <a:srgbClr val="6B6B6B"/>
                </a:solidFill>
                <a:latin typeface="Courier New"/>
                <a:ea typeface="Courier New"/>
                <a:cs typeface="Courier New"/>
                <a:sym typeface="Courier New"/>
              </a:rPr>
              <a:t>	</a:t>
            </a:r>
            <a:endParaRPr sz="1000">
              <a:solidFill>
                <a:schemeClr val="dk1"/>
              </a:solidFill>
              <a:latin typeface="Calibri"/>
              <a:ea typeface="Calibri"/>
              <a:cs typeface="Calibri"/>
              <a:sym typeface="Calibri"/>
            </a:endParaRPr>
          </a:p>
        </p:txBody>
      </p:sp>
      <p:sp>
        <p:nvSpPr>
          <p:cNvPr id="612" name="Google Shape;612;p53"/>
          <p:cNvSpPr/>
          <p:nvPr/>
        </p:nvSpPr>
        <p:spPr>
          <a:xfrm>
            <a:off x="3566160" y="2670048"/>
            <a:ext cx="9144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3" name="Google Shape;613;p53"/>
          <p:cNvSpPr/>
          <p:nvPr/>
        </p:nvSpPr>
        <p:spPr>
          <a:xfrm>
            <a:off x="3621024" y="2670048"/>
            <a:ext cx="859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YES</a:t>
            </a:r>
            <a:endParaRPr sz="1000">
              <a:solidFill>
                <a:schemeClr val="dk1"/>
              </a:solidFill>
              <a:latin typeface="Calibri"/>
              <a:ea typeface="Calibri"/>
              <a:cs typeface="Calibri"/>
              <a:sym typeface="Calibri"/>
            </a:endParaRPr>
          </a:p>
        </p:txBody>
      </p:sp>
      <p:sp>
        <p:nvSpPr>
          <p:cNvPr id="614" name="Google Shape;614;p53"/>
          <p:cNvSpPr/>
          <p:nvPr/>
        </p:nvSpPr>
        <p:spPr>
          <a:xfrm>
            <a:off x="4480560" y="2670048"/>
            <a:ext cx="6402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5" name="Google Shape;615;p53"/>
          <p:cNvSpPr/>
          <p:nvPr/>
        </p:nvSpPr>
        <p:spPr>
          <a:xfrm>
            <a:off x="4535424" y="2670048"/>
            <a:ext cx="585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616" name="Google Shape;616;p53"/>
          <p:cNvSpPr/>
          <p:nvPr/>
        </p:nvSpPr>
        <p:spPr>
          <a:xfrm>
            <a:off x="5120640" y="2670048"/>
            <a:ext cx="32919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7" name="Google Shape;617;p53"/>
          <p:cNvSpPr/>
          <p:nvPr/>
        </p:nvSpPr>
        <p:spPr>
          <a:xfrm>
            <a:off x="5175504" y="2670048"/>
            <a:ext cx="3237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Reported charge against citizen offender</a:t>
            </a:r>
            <a:endParaRPr sz="1000">
              <a:solidFill>
                <a:schemeClr val="dk1"/>
              </a:solidFill>
              <a:latin typeface="Calibri"/>
              <a:ea typeface="Calibri"/>
              <a:cs typeface="Calibri"/>
              <a:sym typeface="Calibri"/>
            </a:endParaRPr>
          </a:p>
        </p:txBody>
      </p:sp>
      <p:sp>
        <p:nvSpPr>
          <p:cNvPr id="618" name="Google Shape;618;p53"/>
          <p:cNvSpPr/>
          <p:nvPr/>
        </p:nvSpPr>
        <p:spPr>
          <a:xfrm>
            <a:off x="457200" y="3017520"/>
            <a:ext cx="18288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9" name="Google Shape;619;p53"/>
          <p:cNvSpPr/>
          <p:nvPr/>
        </p:nvSpPr>
        <p:spPr>
          <a:xfrm>
            <a:off x="2286000" y="3017520"/>
            <a:ext cx="12801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0" name="Google Shape;620;p53"/>
          <p:cNvSpPr/>
          <p:nvPr/>
        </p:nvSpPr>
        <p:spPr>
          <a:xfrm>
            <a:off x="3566160" y="3017520"/>
            <a:ext cx="9144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1" name="Google Shape;621;p53"/>
          <p:cNvSpPr/>
          <p:nvPr/>
        </p:nvSpPr>
        <p:spPr>
          <a:xfrm>
            <a:off x="4480560" y="3017520"/>
            <a:ext cx="6402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2" name="Google Shape;622;p53"/>
          <p:cNvSpPr/>
          <p:nvPr/>
        </p:nvSpPr>
        <p:spPr>
          <a:xfrm>
            <a:off x="4535424" y="3017520"/>
            <a:ext cx="585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623" name="Google Shape;623;p53"/>
          <p:cNvSpPr/>
          <p:nvPr/>
        </p:nvSpPr>
        <p:spPr>
          <a:xfrm>
            <a:off x="5120640" y="3017520"/>
            <a:ext cx="32919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4" name="Google Shape;624;p53"/>
          <p:cNvSpPr/>
          <p:nvPr/>
        </p:nvSpPr>
        <p:spPr>
          <a:xfrm>
            <a:off x="457200" y="3364992"/>
            <a:ext cx="18288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5" name="Google Shape;625;p53"/>
          <p:cNvSpPr/>
          <p:nvPr/>
        </p:nvSpPr>
        <p:spPr>
          <a:xfrm>
            <a:off x="2286000" y="3364992"/>
            <a:ext cx="12801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53"/>
          <p:cNvSpPr/>
          <p:nvPr/>
        </p:nvSpPr>
        <p:spPr>
          <a:xfrm>
            <a:off x="3566160" y="3364992"/>
            <a:ext cx="9144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7" name="Google Shape;627;p53"/>
          <p:cNvSpPr/>
          <p:nvPr/>
        </p:nvSpPr>
        <p:spPr>
          <a:xfrm>
            <a:off x="4480560" y="3364992"/>
            <a:ext cx="6402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8" name="Google Shape;628;p53"/>
          <p:cNvSpPr/>
          <p:nvPr/>
        </p:nvSpPr>
        <p:spPr>
          <a:xfrm>
            <a:off x="4535424" y="3364992"/>
            <a:ext cx="585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629" name="Google Shape;629;p53"/>
          <p:cNvSpPr/>
          <p:nvPr/>
        </p:nvSpPr>
        <p:spPr>
          <a:xfrm>
            <a:off x="5120640" y="3364992"/>
            <a:ext cx="32919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0" name="Google Shape;630;p53"/>
          <p:cNvSpPr/>
          <p:nvPr/>
        </p:nvSpPr>
        <p:spPr>
          <a:xfrm>
            <a:off x="457200" y="3840480"/>
            <a:ext cx="8229600" cy="77730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6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53"/>
          <p:cNvSpPr/>
          <p:nvPr/>
        </p:nvSpPr>
        <p:spPr>
          <a:xfrm>
            <a:off x="457200" y="3840480"/>
            <a:ext cx="54900" cy="7773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53"/>
          <p:cNvSpPr/>
          <p:nvPr/>
        </p:nvSpPr>
        <p:spPr>
          <a:xfrm>
            <a:off x="594360" y="3913632"/>
            <a:ext cx="8046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INDEXES / CONSTRAINTS</a:t>
            </a:r>
            <a:endParaRPr sz="750">
              <a:solidFill>
                <a:schemeClr val="dk1"/>
              </a:solidFill>
              <a:latin typeface="Calibri"/>
              <a:ea typeface="Calibri"/>
              <a:cs typeface="Calibri"/>
              <a:sym typeface="Calibri"/>
            </a:endParaRPr>
          </a:p>
        </p:txBody>
      </p:sp>
      <p:sp>
        <p:nvSpPr>
          <p:cNvPr id="633" name="Google Shape;633;p53"/>
          <p:cNvSpPr/>
          <p:nvPr/>
        </p:nvSpPr>
        <p:spPr>
          <a:xfrm>
            <a:off x="603510" y="4187863"/>
            <a:ext cx="8028300" cy="429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PK on incident_detail_num;</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FK on incident_report_num linking to incident_reports;</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FK on citizen_num linking to citizens</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100"/>
              <a:buFont typeface="Calibri"/>
              <a:buNone/>
            </a:pPr>
            <a:r>
              <a:t/>
            </a:r>
            <a:endParaRPr i="1" sz="1100">
              <a:solidFill>
                <a:srgbClr val="6B6B6B"/>
              </a:solidFill>
              <a:latin typeface="Calibri"/>
              <a:ea typeface="Calibri"/>
              <a:cs typeface="Calibri"/>
              <a:sym typeface="Calibri"/>
            </a:endParaRPr>
          </a:p>
        </p:txBody>
      </p:sp>
      <p:sp>
        <p:nvSpPr>
          <p:cNvPr id="634" name="Google Shape;634;p53"/>
          <p:cNvSpPr/>
          <p:nvPr/>
        </p:nvSpPr>
        <p:spPr>
          <a:xfrm>
            <a:off x="8046720" y="4800600"/>
            <a:ext cx="9144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B6B"/>
              </a:buClr>
              <a:buSzPts val="900"/>
              <a:buFont typeface="Calibri"/>
              <a:buNone/>
            </a:pPr>
            <a:r>
              <a:rPr lang="en" sz="900">
                <a:solidFill>
                  <a:srgbClr val="6B6B6B"/>
                </a:solidFill>
                <a:latin typeface="Calibri"/>
                <a:ea typeface="Calibri"/>
                <a:cs typeface="Calibri"/>
                <a:sym typeface="Calibri"/>
              </a:rPr>
              <a:t>8 </a:t>
            </a:r>
            <a:r>
              <a:rPr lang="en" sz="900">
                <a:solidFill>
                  <a:srgbClr val="6B6B6B"/>
                </a:solidFill>
                <a:latin typeface="Calibri"/>
                <a:ea typeface="Calibri"/>
                <a:cs typeface="Calibri"/>
                <a:sym typeface="Calibri"/>
              </a:rPr>
              <a:t>/ 12</a:t>
            </a:r>
            <a:endParaRPr sz="9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6"/>
        </a:solidFill>
      </p:bgPr>
    </p:bg>
    <p:spTree>
      <p:nvGrpSpPr>
        <p:cNvPr id="639" name="Shape 639"/>
        <p:cNvGrpSpPr/>
        <p:nvPr/>
      </p:nvGrpSpPr>
      <p:grpSpPr>
        <a:xfrm>
          <a:off x="0" y="0"/>
          <a:ext cx="0" cy="0"/>
          <a:chOff x="0" y="0"/>
          <a:chExt cx="0" cy="0"/>
        </a:xfrm>
      </p:grpSpPr>
      <p:sp>
        <p:nvSpPr>
          <p:cNvPr id="640" name="Google Shape;640;p54"/>
          <p:cNvSpPr/>
          <p:nvPr/>
        </p:nvSpPr>
        <p:spPr>
          <a:xfrm>
            <a:off x="457200" y="384048"/>
            <a:ext cx="0" cy="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1" name="Google Shape;641;p54"/>
          <p:cNvSpPr/>
          <p:nvPr/>
        </p:nvSpPr>
        <p:spPr>
          <a:xfrm>
            <a:off x="0" y="0"/>
            <a:ext cx="9144000" cy="3474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 name="Google Shape;642;p54"/>
          <p:cNvSpPr/>
          <p:nvPr/>
        </p:nvSpPr>
        <p:spPr>
          <a:xfrm>
            <a:off x="365760" y="0"/>
            <a:ext cx="54864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05  ·  LOAD</a:t>
            </a:r>
            <a:endParaRPr sz="1000">
              <a:solidFill>
                <a:schemeClr val="dk1"/>
              </a:solidFill>
              <a:latin typeface="Calibri"/>
              <a:ea typeface="Calibri"/>
              <a:cs typeface="Calibri"/>
              <a:sym typeface="Calibri"/>
            </a:endParaRPr>
          </a:p>
        </p:txBody>
      </p:sp>
      <p:sp>
        <p:nvSpPr>
          <p:cNvPr id="643" name="Google Shape;643;p54"/>
          <p:cNvSpPr/>
          <p:nvPr/>
        </p:nvSpPr>
        <p:spPr>
          <a:xfrm>
            <a:off x="457200" y="438912"/>
            <a:ext cx="8229600" cy="530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00000"/>
              </a:buClr>
              <a:buSzPts val="2600"/>
              <a:buFont typeface="Georgia"/>
              <a:buNone/>
            </a:pPr>
            <a:r>
              <a:rPr b="1" lang="en" sz="2600">
                <a:solidFill>
                  <a:srgbClr val="500000"/>
                </a:solidFill>
                <a:latin typeface="Georgia"/>
                <a:ea typeface="Georgia"/>
                <a:cs typeface="Georgia"/>
                <a:sym typeface="Georgia"/>
              </a:rPr>
              <a:t>PostgreSQL Table Schema</a:t>
            </a:r>
            <a:endParaRPr sz="2600">
              <a:solidFill>
                <a:schemeClr val="dk1"/>
              </a:solidFill>
              <a:latin typeface="Calibri"/>
              <a:ea typeface="Calibri"/>
              <a:cs typeface="Calibri"/>
              <a:sym typeface="Calibri"/>
            </a:endParaRPr>
          </a:p>
        </p:txBody>
      </p:sp>
      <p:sp>
        <p:nvSpPr>
          <p:cNvPr id="644" name="Google Shape;644;p54"/>
          <p:cNvSpPr/>
          <p:nvPr/>
        </p:nvSpPr>
        <p:spPr>
          <a:xfrm>
            <a:off x="457200" y="1024128"/>
            <a:ext cx="41148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00000"/>
              </a:buClr>
              <a:buSzPts val="1200"/>
              <a:buFont typeface="Courier New"/>
              <a:buNone/>
            </a:pPr>
            <a:r>
              <a:rPr b="1" lang="en" sz="1200">
                <a:solidFill>
                  <a:srgbClr val="500000"/>
                </a:solidFill>
                <a:latin typeface="Courier New"/>
                <a:ea typeface="Courier New"/>
                <a:cs typeface="Courier New"/>
                <a:sym typeface="Courier New"/>
              </a:rPr>
              <a:t>Table: citizens</a:t>
            </a:r>
            <a:endParaRPr sz="1200">
              <a:solidFill>
                <a:schemeClr val="dk1"/>
              </a:solidFill>
              <a:latin typeface="Calibri"/>
              <a:ea typeface="Calibri"/>
              <a:cs typeface="Calibri"/>
              <a:sym typeface="Calibri"/>
            </a:endParaRPr>
          </a:p>
        </p:txBody>
      </p:sp>
      <p:sp>
        <p:nvSpPr>
          <p:cNvPr id="645" name="Google Shape;645;p54"/>
          <p:cNvSpPr/>
          <p:nvPr/>
        </p:nvSpPr>
        <p:spPr>
          <a:xfrm>
            <a:off x="457200" y="1353312"/>
            <a:ext cx="1828800" cy="2742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54"/>
          <p:cNvSpPr/>
          <p:nvPr/>
        </p:nvSpPr>
        <p:spPr>
          <a:xfrm>
            <a:off x="502920" y="1353312"/>
            <a:ext cx="178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Column</a:t>
            </a:r>
            <a:endParaRPr sz="900">
              <a:solidFill>
                <a:schemeClr val="dk1"/>
              </a:solidFill>
              <a:latin typeface="Calibri"/>
              <a:ea typeface="Calibri"/>
              <a:cs typeface="Calibri"/>
              <a:sym typeface="Calibri"/>
            </a:endParaRPr>
          </a:p>
        </p:txBody>
      </p:sp>
      <p:sp>
        <p:nvSpPr>
          <p:cNvPr id="647" name="Google Shape;647;p54"/>
          <p:cNvSpPr/>
          <p:nvPr/>
        </p:nvSpPr>
        <p:spPr>
          <a:xfrm>
            <a:off x="2286000" y="1353312"/>
            <a:ext cx="1280100" cy="2742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54"/>
          <p:cNvSpPr/>
          <p:nvPr/>
        </p:nvSpPr>
        <p:spPr>
          <a:xfrm>
            <a:off x="2331720" y="1353312"/>
            <a:ext cx="1234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Type</a:t>
            </a:r>
            <a:endParaRPr sz="900">
              <a:solidFill>
                <a:schemeClr val="dk1"/>
              </a:solidFill>
              <a:latin typeface="Calibri"/>
              <a:ea typeface="Calibri"/>
              <a:cs typeface="Calibri"/>
              <a:sym typeface="Calibri"/>
            </a:endParaRPr>
          </a:p>
        </p:txBody>
      </p:sp>
      <p:sp>
        <p:nvSpPr>
          <p:cNvPr id="649" name="Google Shape;649;p54"/>
          <p:cNvSpPr/>
          <p:nvPr/>
        </p:nvSpPr>
        <p:spPr>
          <a:xfrm>
            <a:off x="3566160" y="1353312"/>
            <a:ext cx="914400" cy="2742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54"/>
          <p:cNvSpPr/>
          <p:nvPr/>
        </p:nvSpPr>
        <p:spPr>
          <a:xfrm>
            <a:off x="3611880" y="1353312"/>
            <a:ext cx="868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Nullable</a:t>
            </a:r>
            <a:endParaRPr sz="900">
              <a:solidFill>
                <a:schemeClr val="dk1"/>
              </a:solidFill>
              <a:latin typeface="Calibri"/>
              <a:ea typeface="Calibri"/>
              <a:cs typeface="Calibri"/>
              <a:sym typeface="Calibri"/>
            </a:endParaRPr>
          </a:p>
        </p:txBody>
      </p:sp>
      <p:sp>
        <p:nvSpPr>
          <p:cNvPr id="651" name="Google Shape;651;p54"/>
          <p:cNvSpPr/>
          <p:nvPr/>
        </p:nvSpPr>
        <p:spPr>
          <a:xfrm>
            <a:off x="4480560" y="1353312"/>
            <a:ext cx="640200" cy="2742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2" name="Google Shape;652;p54"/>
          <p:cNvSpPr/>
          <p:nvPr/>
        </p:nvSpPr>
        <p:spPr>
          <a:xfrm>
            <a:off x="4526280" y="1353312"/>
            <a:ext cx="59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Key</a:t>
            </a:r>
            <a:endParaRPr sz="900">
              <a:solidFill>
                <a:schemeClr val="dk1"/>
              </a:solidFill>
              <a:latin typeface="Calibri"/>
              <a:ea typeface="Calibri"/>
              <a:cs typeface="Calibri"/>
              <a:sym typeface="Calibri"/>
            </a:endParaRPr>
          </a:p>
        </p:txBody>
      </p:sp>
      <p:sp>
        <p:nvSpPr>
          <p:cNvPr id="653" name="Google Shape;653;p54"/>
          <p:cNvSpPr/>
          <p:nvPr/>
        </p:nvSpPr>
        <p:spPr>
          <a:xfrm>
            <a:off x="5120640" y="1353312"/>
            <a:ext cx="3291900" cy="2742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4" name="Google Shape;654;p54"/>
          <p:cNvSpPr/>
          <p:nvPr/>
        </p:nvSpPr>
        <p:spPr>
          <a:xfrm>
            <a:off x="5166360" y="1353312"/>
            <a:ext cx="324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Description</a:t>
            </a:r>
            <a:endParaRPr sz="900">
              <a:solidFill>
                <a:schemeClr val="dk1"/>
              </a:solidFill>
              <a:latin typeface="Calibri"/>
              <a:ea typeface="Calibri"/>
              <a:cs typeface="Calibri"/>
              <a:sym typeface="Calibri"/>
            </a:endParaRPr>
          </a:p>
        </p:txBody>
      </p:sp>
      <p:sp>
        <p:nvSpPr>
          <p:cNvPr id="655" name="Google Shape;655;p54"/>
          <p:cNvSpPr/>
          <p:nvPr/>
        </p:nvSpPr>
        <p:spPr>
          <a:xfrm>
            <a:off x="457200" y="1627632"/>
            <a:ext cx="18288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54"/>
          <p:cNvSpPr/>
          <p:nvPr/>
        </p:nvSpPr>
        <p:spPr>
          <a:xfrm>
            <a:off x="512064" y="1627632"/>
            <a:ext cx="17739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0000"/>
              </a:buClr>
              <a:buSzPts val="1000"/>
              <a:buFont typeface="Courier New"/>
              <a:buNone/>
            </a:pPr>
            <a:r>
              <a:rPr b="1" lang="en" sz="1000">
                <a:solidFill>
                  <a:srgbClr val="3A0000"/>
                </a:solidFill>
                <a:latin typeface="Courier New"/>
                <a:ea typeface="Courier New"/>
                <a:cs typeface="Courier New"/>
                <a:sym typeface="Courier New"/>
              </a:rPr>
              <a:t>c</a:t>
            </a:r>
            <a:r>
              <a:rPr b="1" lang="en" sz="1000">
                <a:solidFill>
                  <a:srgbClr val="3A0000"/>
                </a:solidFill>
                <a:latin typeface="Courier New"/>
                <a:ea typeface="Courier New"/>
                <a:cs typeface="Courier New"/>
                <a:sym typeface="Courier New"/>
              </a:rPr>
              <a:t>itizen_num	</a:t>
            </a:r>
            <a:endParaRPr sz="1000">
              <a:solidFill>
                <a:schemeClr val="dk1"/>
              </a:solidFill>
              <a:latin typeface="Calibri"/>
              <a:ea typeface="Calibri"/>
              <a:cs typeface="Calibri"/>
              <a:sym typeface="Calibri"/>
            </a:endParaRPr>
          </a:p>
        </p:txBody>
      </p:sp>
      <p:sp>
        <p:nvSpPr>
          <p:cNvPr id="657" name="Google Shape;657;p54"/>
          <p:cNvSpPr/>
          <p:nvPr/>
        </p:nvSpPr>
        <p:spPr>
          <a:xfrm>
            <a:off x="2286000" y="1627632"/>
            <a:ext cx="12801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 name="Google Shape;658;p54"/>
          <p:cNvSpPr/>
          <p:nvPr/>
        </p:nvSpPr>
        <p:spPr>
          <a:xfrm>
            <a:off x="2340864" y="1627632"/>
            <a:ext cx="1225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lang="en" sz="1000">
                <a:solidFill>
                  <a:srgbClr val="6B6B6B"/>
                </a:solidFill>
                <a:latin typeface="Courier New"/>
                <a:ea typeface="Courier New"/>
                <a:cs typeface="Courier New"/>
                <a:sym typeface="Courier New"/>
              </a:rPr>
              <a:t>integer</a:t>
            </a:r>
            <a:endParaRPr sz="1000">
              <a:solidFill>
                <a:schemeClr val="dk1"/>
              </a:solidFill>
              <a:latin typeface="Calibri"/>
              <a:ea typeface="Calibri"/>
              <a:cs typeface="Calibri"/>
              <a:sym typeface="Calibri"/>
            </a:endParaRPr>
          </a:p>
        </p:txBody>
      </p:sp>
      <p:sp>
        <p:nvSpPr>
          <p:cNvPr id="659" name="Google Shape;659;p54"/>
          <p:cNvSpPr/>
          <p:nvPr/>
        </p:nvSpPr>
        <p:spPr>
          <a:xfrm>
            <a:off x="3566160" y="1627632"/>
            <a:ext cx="9144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0" name="Google Shape;660;p54"/>
          <p:cNvSpPr/>
          <p:nvPr/>
        </p:nvSpPr>
        <p:spPr>
          <a:xfrm>
            <a:off x="3621024" y="1627632"/>
            <a:ext cx="859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NO</a:t>
            </a:r>
            <a:endParaRPr sz="1000">
              <a:solidFill>
                <a:schemeClr val="dk1"/>
              </a:solidFill>
              <a:latin typeface="Calibri"/>
              <a:ea typeface="Calibri"/>
              <a:cs typeface="Calibri"/>
              <a:sym typeface="Calibri"/>
            </a:endParaRPr>
          </a:p>
        </p:txBody>
      </p:sp>
      <p:sp>
        <p:nvSpPr>
          <p:cNvPr id="661" name="Google Shape;661;p54"/>
          <p:cNvSpPr/>
          <p:nvPr/>
        </p:nvSpPr>
        <p:spPr>
          <a:xfrm>
            <a:off x="4480560" y="1627632"/>
            <a:ext cx="6402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54"/>
          <p:cNvSpPr/>
          <p:nvPr/>
        </p:nvSpPr>
        <p:spPr>
          <a:xfrm>
            <a:off x="4535424" y="1627632"/>
            <a:ext cx="585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663" name="Google Shape;663;p54"/>
          <p:cNvSpPr/>
          <p:nvPr/>
        </p:nvSpPr>
        <p:spPr>
          <a:xfrm>
            <a:off x="4535424" y="1709928"/>
            <a:ext cx="347400" cy="1647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54"/>
          <p:cNvSpPr/>
          <p:nvPr/>
        </p:nvSpPr>
        <p:spPr>
          <a:xfrm>
            <a:off x="4535424" y="1709928"/>
            <a:ext cx="3474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 sz="800">
                <a:solidFill>
                  <a:srgbClr val="FFFFFF"/>
                </a:solidFill>
                <a:latin typeface="Calibri"/>
                <a:ea typeface="Calibri"/>
                <a:cs typeface="Calibri"/>
                <a:sym typeface="Calibri"/>
              </a:rPr>
              <a:t>PK</a:t>
            </a:r>
            <a:endParaRPr sz="800">
              <a:solidFill>
                <a:schemeClr val="dk1"/>
              </a:solidFill>
              <a:latin typeface="Calibri"/>
              <a:ea typeface="Calibri"/>
              <a:cs typeface="Calibri"/>
              <a:sym typeface="Calibri"/>
            </a:endParaRPr>
          </a:p>
        </p:txBody>
      </p:sp>
      <p:sp>
        <p:nvSpPr>
          <p:cNvPr id="665" name="Google Shape;665;p54"/>
          <p:cNvSpPr/>
          <p:nvPr/>
        </p:nvSpPr>
        <p:spPr>
          <a:xfrm>
            <a:off x="5120640" y="1627632"/>
            <a:ext cx="32919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p54"/>
          <p:cNvSpPr/>
          <p:nvPr/>
        </p:nvSpPr>
        <p:spPr>
          <a:xfrm>
            <a:off x="5175504" y="1627632"/>
            <a:ext cx="3237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Number assigned to citizen in incident report,</a:t>
            </a:r>
            <a:r>
              <a:rPr lang="en" sz="1000">
                <a:solidFill>
                  <a:srgbClr val="6B6B6B"/>
                </a:solidFill>
                <a:latin typeface="Calibri"/>
                <a:ea typeface="Calibri"/>
                <a:cs typeface="Calibri"/>
                <a:sym typeface="Calibri"/>
              </a:rPr>
              <a:t> primary key</a:t>
            </a:r>
            <a:endParaRPr sz="1000">
              <a:solidFill>
                <a:schemeClr val="dk1"/>
              </a:solidFill>
              <a:latin typeface="Calibri"/>
              <a:ea typeface="Calibri"/>
              <a:cs typeface="Calibri"/>
              <a:sym typeface="Calibri"/>
            </a:endParaRPr>
          </a:p>
        </p:txBody>
      </p:sp>
      <p:sp>
        <p:nvSpPr>
          <p:cNvPr id="667" name="Google Shape;667;p54"/>
          <p:cNvSpPr/>
          <p:nvPr/>
        </p:nvSpPr>
        <p:spPr>
          <a:xfrm>
            <a:off x="457200" y="1975104"/>
            <a:ext cx="18288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54"/>
          <p:cNvSpPr/>
          <p:nvPr/>
        </p:nvSpPr>
        <p:spPr>
          <a:xfrm>
            <a:off x="512064" y="1975104"/>
            <a:ext cx="17739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0000"/>
              </a:buClr>
              <a:buSzPts val="1000"/>
              <a:buFont typeface="Courier New"/>
              <a:buNone/>
            </a:pPr>
            <a:r>
              <a:rPr b="1" lang="en" sz="900">
                <a:solidFill>
                  <a:srgbClr val="3A0000"/>
                </a:solidFill>
                <a:latin typeface="Courier New"/>
                <a:ea typeface="Courier New"/>
                <a:cs typeface="Courier New"/>
                <a:sym typeface="Courier New"/>
              </a:rPr>
              <a:t>gender</a:t>
            </a:r>
            <a:endParaRPr sz="900">
              <a:solidFill>
                <a:schemeClr val="dk1"/>
              </a:solidFill>
              <a:latin typeface="Calibri"/>
              <a:ea typeface="Calibri"/>
              <a:cs typeface="Calibri"/>
              <a:sym typeface="Calibri"/>
            </a:endParaRPr>
          </a:p>
        </p:txBody>
      </p:sp>
      <p:sp>
        <p:nvSpPr>
          <p:cNvPr id="669" name="Google Shape;669;p54"/>
          <p:cNvSpPr/>
          <p:nvPr/>
        </p:nvSpPr>
        <p:spPr>
          <a:xfrm>
            <a:off x="2286000" y="1975104"/>
            <a:ext cx="12801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0" name="Google Shape;670;p54"/>
          <p:cNvSpPr/>
          <p:nvPr/>
        </p:nvSpPr>
        <p:spPr>
          <a:xfrm>
            <a:off x="2340864" y="1975104"/>
            <a:ext cx="1225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lang="en" sz="1000">
                <a:solidFill>
                  <a:srgbClr val="6B6B6B"/>
                </a:solidFill>
                <a:latin typeface="Courier New"/>
                <a:ea typeface="Courier New"/>
                <a:cs typeface="Courier New"/>
                <a:sym typeface="Courier New"/>
              </a:rPr>
              <a:t>text</a:t>
            </a:r>
            <a:endParaRPr sz="1000">
              <a:solidFill>
                <a:schemeClr val="dk1"/>
              </a:solidFill>
              <a:latin typeface="Calibri"/>
              <a:ea typeface="Calibri"/>
              <a:cs typeface="Calibri"/>
              <a:sym typeface="Calibri"/>
            </a:endParaRPr>
          </a:p>
        </p:txBody>
      </p:sp>
      <p:sp>
        <p:nvSpPr>
          <p:cNvPr id="671" name="Google Shape;671;p54"/>
          <p:cNvSpPr/>
          <p:nvPr/>
        </p:nvSpPr>
        <p:spPr>
          <a:xfrm>
            <a:off x="3566160" y="1975104"/>
            <a:ext cx="9144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2" name="Google Shape;672;p54"/>
          <p:cNvSpPr/>
          <p:nvPr/>
        </p:nvSpPr>
        <p:spPr>
          <a:xfrm>
            <a:off x="3621024" y="1975104"/>
            <a:ext cx="859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YES</a:t>
            </a:r>
            <a:endParaRPr sz="1000">
              <a:solidFill>
                <a:schemeClr val="dk1"/>
              </a:solidFill>
              <a:latin typeface="Calibri"/>
              <a:ea typeface="Calibri"/>
              <a:cs typeface="Calibri"/>
              <a:sym typeface="Calibri"/>
            </a:endParaRPr>
          </a:p>
        </p:txBody>
      </p:sp>
      <p:sp>
        <p:nvSpPr>
          <p:cNvPr id="673" name="Google Shape;673;p54"/>
          <p:cNvSpPr/>
          <p:nvPr/>
        </p:nvSpPr>
        <p:spPr>
          <a:xfrm>
            <a:off x="4480560" y="1975104"/>
            <a:ext cx="6402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4" name="Google Shape;674;p54"/>
          <p:cNvSpPr/>
          <p:nvPr/>
        </p:nvSpPr>
        <p:spPr>
          <a:xfrm>
            <a:off x="4535424" y="1975104"/>
            <a:ext cx="585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675" name="Google Shape;675;p54"/>
          <p:cNvSpPr/>
          <p:nvPr/>
        </p:nvSpPr>
        <p:spPr>
          <a:xfrm>
            <a:off x="5120640" y="1975104"/>
            <a:ext cx="32919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 name="Google Shape;676;p54"/>
          <p:cNvSpPr/>
          <p:nvPr/>
        </p:nvSpPr>
        <p:spPr>
          <a:xfrm>
            <a:off x="5175504" y="1975104"/>
            <a:ext cx="3237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Citizen gender (male, female)</a:t>
            </a:r>
            <a:endParaRPr sz="1000">
              <a:solidFill>
                <a:schemeClr val="dk1"/>
              </a:solidFill>
              <a:latin typeface="Calibri"/>
              <a:ea typeface="Calibri"/>
              <a:cs typeface="Calibri"/>
              <a:sym typeface="Calibri"/>
            </a:endParaRPr>
          </a:p>
        </p:txBody>
      </p:sp>
      <p:sp>
        <p:nvSpPr>
          <p:cNvPr id="677" name="Google Shape;677;p54"/>
          <p:cNvSpPr/>
          <p:nvPr/>
        </p:nvSpPr>
        <p:spPr>
          <a:xfrm>
            <a:off x="457200" y="2322576"/>
            <a:ext cx="18288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8" name="Google Shape;678;p54"/>
          <p:cNvSpPr/>
          <p:nvPr/>
        </p:nvSpPr>
        <p:spPr>
          <a:xfrm>
            <a:off x="512064" y="2322576"/>
            <a:ext cx="17739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0000"/>
              </a:buClr>
              <a:buSzPts val="1000"/>
              <a:buFont typeface="Courier New"/>
              <a:buNone/>
            </a:pPr>
            <a:r>
              <a:rPr b="1" lang="en" sz="1000">
                <a:solidFill>
                  <a:srgbClr val="3A0000"/>
                </a:solidFill>
                <a:latin typeface="Courier New"/>
                <a:ea typeface="Courier New"/>
                <a:cs typeface="Courier New"/>
                <a:sym typeface="Courier New"/>
              </a:rPr>
              <a:t>age</a:t>
            </a:r>
            <a:endParaRPr sz="1000">
              <a:solidFill>
                <a:schemeClr val="dk1"/>
              </a:solidFill>
              <a:latin typeface="Calibri"/>
              <a:ea typeface="Calibri"/>
              <a:cs typeface="Calibri"/>
              <a:sym typeface="Calibri"/>
            </a:endParaRPr>
          </a:p>
        </p:txBody>
      </p:sp>
      <p:sp>
        <p:nvSpPr>
          <p:cNvPr id="679" name="Google Shape;679;p54"/>
          <p:cNvSpPr/>
          <p:nvPr/>
        </p:nvSpPr>
        <p:spPr>
          <a:xfrm>
            <a:off x="2286000" y="2322576"/>
            <a:ext cx="12801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54"/>
          <p:cNvSpPr/>
          <p:nvPr/>
        </p:nvSpPr>
        <p:spPr>
          <a:xfrm>
            <a:off x="2340864" y="2322576"/>
            <a:ext cx="1225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lang="en" sz="1000">
                <a:solidFill>
                  <a:srgbClr val="6B6B6B"/>
                </a:solidFill>
                <a:latin typeface="Courier New"/>
                <a:ea typeface="Courier New"/>
                <a:cs typeface="Courier New"/>
                <a:sym typeface="Courier New"/>
              </a:rPr>
              <a:t>integer</a:t>
            </a:r>
            <a:endParaRPr sz="1000">
              <a:solidFill>
                <a:schemeClr val="dk1"/>
              </a:solidFill>
              <a:latin typeface="Calibri"/>
              <a:ea typeface="Calibri"/>
              <a:cs typeface="Calibri"/>
              <a:sym typeface="Calibri"/>
            </a:endParaRPr>
          </a:p>
        </p:txBody>
      </p:sp>
      <p:sp>
        <p:nvSpPr>
          <p:cNvPr id="681" name="Google Shape;681;p54"/>
          <p:cNvSpPr/>
          <p:nvPr/>
        </p:nvSpPr>
        <p:spPr>
          <a:xfrm>
            <a:off x="3566160" y="2322576"/>
            <a:ext cx="9144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2" name="Google Shape;682;p54"/>
          <p:cNvSpPr/>
          <p:nvPr/>
        </p:nvSpPr>
        <p:spPr>
          <a:xfrm>
            <a:off x="3621024" y="2322576"/>
            <a:ext cx="859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YES</a:t>
            </a:r>
            <a:endParaRPr sz="1000">
              <a:solidFill>
                <a:schemeClr val="dk1"/>
              </a:solidFill>
              <a:latin typeface="Calibri"/>
              <a:ea typeface="Calibri"/>
              <a:cs typeface="Calibri"/>
              <a:sym typeface="Calibri"/>
            </a:endParaRPr>
          </a:p>
        </p:txBody>
      </p:sp>
      <p:sp>
        <p:nvSpPr>
          <p:cNvPr id="683" name="Google Shape;683;p54"/>
          <p:cNvSpPr/>
          <p:nvPr/>
        </p:nvSpPr>
        <p:spPr>
          <a:xfrm>
            <a:off x="4480560" y="2322576"/>
            <a:ext cx="6402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4" name="Google Shape;684;p54"/>
          <p:cNvSpPr/>
          <p:nvPr/>
        </p:nvSpPr>
        <p:spPr>
          <a:xfrm>
            <a:off x="4535424" y="2322576"/>
            <a:ext cx="585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685" name="Google Shape;685;p54"/>
          <p:cNvSpPr/>
          <p:nvPr/>
        </p:nvSpPr>
        <p:spPr>
          <a:xfrm>
            <a:off x="5120640" y="2322576"/>
            <a:ext cx="32919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 name="Google Shape;686;p54"/>
          <p:cNvSpPr/>
          <p:nvPr/>
        </p:nvSpPr>
        <p:spPr>
          <a:xfrm>
            <a:off x="5175504" y="2322576"/>
            <a:ext cx="3237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Citizen age</a:t>
            </a:r>
            <a:endParaRPr sz="1000">
              <a:solidFill>
                <a:schemeClr val="dk1"/>
              </a:solidFill>
              <a:latin typeface="Calibri"/>
              <a:ea typeface="Calibri"/>
              <a:cs typeface="Calibri"/>
              <a:sym typeface="Calibri"/>
            </a:endParaRPr>
          </a:p>
        </p:txBody>
      </p:sp>
      <p:sp>
        <p:nvSpPr>
          <p:cNvPr id="687" name="Google Shape;687;p54"/>
          <p:cNvSpPr/>
          <p:nvPr/>
        </p:nvSpPr>
        <p:spPr>
          <a:xfrm>
            <a:off x="457200" y="2670048"/>
            <a:ext cx="18288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8" name="Google Shape;688;p54"/>
          <p:cNvSpPr/>
          <p:nvPr/>
        </p:nvSpPr>
        <p:spPr>
          <a:xfrm>
            <a:off x="512064" y="2670048"/>
            <a:ext cx="17739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0000"/>
              </a:buClr>
              <a:buSzPts val="1000"/>
              <a:buFont typeface="Courier New"/>
              <a:buNone/>
            </a:pPr>
            <a:r>
              <a:rPr b="1" i="1" lang="en" sz="1000">
                <a:solidFill>
                  <a:srgbClr val="3A0000"/>
                </a:solidFill>
                <a:latin typeface="Courier New"/>
                <a:ea typeface="Courier New"/>
                <a:cs typeface="Courier New"/>
                <a:sym typeface="Courier New"/>
              </a:rPr>
              <a:t>age_group</a:t>
            </a:r>
            <a:endParaRPr sz="1000">
              <a:solidFill>
                <a:schemeClr val="dk1"/>
              </a:solidFill>
              <a:latin typeface="Calibri"/>
              <a:ea typeface="Calibri"/>
              <a:cs typeface="Calibri"/>
              <a:sym typeface="Calibri"/>
            </a:endParaRPr>
          </a:p>
        </p:txBody>
      </p:sp>
      <p:sp>
        <p:nvSpPr>
          <p:cNvPr id="689" name="Google Shape;689;p54"/>
          <p:cNvSpPr/>
          <p:nvPr/>
        </p:nvSpPr>
        <p:spPr>
          <a:xfrm>
            <a:off x="2286000" y="2670048"/>
            <a:ext cx="12801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0" name="Google Shape;690;p54"/>
          <p:cNvSpPr/>
          <p:nvPr/>
        </p:nvSpPr>
        <p:spPr>
          <a:xfrm>
            <a:off x="2340864" y="2670048"/>
            <a:ext cx="1225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lang="en" sz="1000">
                <a:solidFill>
                  <a:srgbClr val="6B6B6B"/>
                </a:solidFill>
                <a:latin typeface="Courier New"/>
                <a:ea typeface="Courier New"/>
                <a:cs typeface="Courier New"/>
                <a:sym typeface="Courier New"/>
              </a:rPr>
              <a:t>text</a:t>
            </a:r>
            <a:r>
              <a:rPr lang="en" sz="1000">
                <a:solidFill>
                  <a:srgbClr val="6B6B6B"/>
                </a:solidFill>
                <a:latin typeface="Courier New"/>
                <a:ea typeface="Courier New"/>
                <a:cs typeface="Courier New"/>
                <a:sym typeface="Courier New"/>
              </a:rPr>
              <a:t>	</a:t>
            </a:r>
            <a:endParaRPr sz="1000">
              <a:solidFill>
                <a:schemeClr val="dk1"/>
              </a:solidFill>
              <a:latin typeface="Calibri"/>
              <a:ea typeface="Calibri"/>
              <a:cs typeface="Calibri"/>
              <a:sym typeface="Calibri"/>
            </a:endParaRPr>
          </a:p>
        </p:txBody>
      </p:sp>
      <p:sp>
        <p:nvSpPr>
          <p:cNvPr id="691" name="Google Shape;691;p54"/>
          <p:cNvSpPr/>
          <p:nvPr/>
        </p:nvSpPr>
        <p:spPr>
          <a:xfrm>
            <a:off x="3566160" y="2670048"/>
            <a:ext cx="9144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2" name="Google Shape;692;p54"/>
          <p:cNvSpPr/>
          <p:nvPr/>
        </p:nvSpPr>
        <p:spPr>
          <a:xfrm>
            <a:off x="3621024" y="2670048"/>
            <a:ext cx="859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YES</a:t>
            </a:r>
            <a:endParaRPr sz="1000">
              <a:solidFill>
                <a:schemeClr val="dk1"/>
              </a:solidFill>
              <a:latin typeface="Calibri"/>
              <a:ea typeface="Calibri"/>
              <a:cs typeface="Calibri"/>
              <a:sym typeface="Calibri"/>
            </a:endParaRPr>
          </a:p>
        </p:txBody>
      </p:sp>
      <p:sp>
        <p:nvSpPr>
          <p:cNvPr id="693" name="Google Shape;693;p54"/>
          <p:cNvSpPr/>
          <p:nvPr/>
        </p:nvSpPr>
        <p:spPr>
          <a:xfrm>
            <a:off x="4480560" y="2670048"/>
            <a:ext cx="6402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4" name="Google Shape;694;p54"/>
          <p:cNvSpPr/>
          <p:nvPr/>
        </p:nvSpPr>
        <p:spPr>
          <a:xfrm>
            <a:off x="4535424" y="2670048"/>
            <a:ext cx="585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695" name="Google Shape;695;p54"/>
          <p:cNvSpPr/>
          <p:nvPr/>
        </p:nvSpPr>
        <p:spPr>
          <a:xfrm>
            <a:off x="5120640" y="2670048"/>
            <a:ext cx="32919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6" name="Google Shape;696;p54"/>
          <p:cNvSpPr/>
          <p:nvPr/>
        </p:nvSpPr>
        <p:spPr>
          <a:xfrm>
            <a:off x="5175504" y="2670048"/>
            <a:ext cx="3237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Age group of citizen (20s, 30s, …)</a:t>
            </a:r>
            <a:endParaRPr sz="1000">
              <a:solidFill>
                <a:schemeClr val="dk1"/>
              </a:solidFill>
              <a:latin typeface="Calibri"/>
              <a:ea typeface="Calibri"/>
              <a:cs typeface="Calibri"/>
              <a:sym typeface="Calibri"/>
            </a:endParaRPr>
          </a:p>
        </p:txBody>
      </p:sp>
      <p:sp>
        <p:nvSpPr>
          <p:cNvPr id="697" name="Google Shape;697;p54"/>
          <p:cNvSpPr/>
          <p:nvPr/>
        </p:nvSpPr>
        <p:spPr>
          <a:xfrm>
            <a:off x="457200" y="3017520"/>
            <a:ext cx="18288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8" name="Google Shape;698;p54"/>
          <p:cNvSpPr/>
          <p:nvPr/>
        </p:nvSpPr>
        <p:spPr>
          <a:xfrm>
            <a:off x="512064" y="3017520"/>
            <a:ext cx="17739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0000"/>
              </a:buClr>
              <a:buSzPts val="1000"/>
              <a:buFont typeface="Courier New"/>
              <a:buNone/>
            </a:pPr>
            <a:r>
              <a:rPr b="1" lang="en" sz="1000">
                <a:solidFill>
                  <a:srgbClr val="3A0000"/>
                </a:solidFill>
                <a:latin typeface="Courier New"/>
                <a:ea typeface="Courier New"/>
                <a:cs typeface="Courier New"/>
                <a:sym typeface="Courier New"/>
              </a:rPr>
              <a:t>race</a:t>
            </a:r>
            <a:endParaRPr sz="1000">
              <a:solidFill>
                <a:schemeClr val="dk1"/>
              </a:solidFill>
              <a:latin typeface="Calibri"/>
              <a:ea typeface="Calibri"/>
              <a:cs typeface="Calibri"/>
              <a:sym typeface="Calibri"/>
            </a:endParaRPr>
          </a:p>
        </p:txBody>
      </p:sp>
      <p:sp>
        <p:nvSpPr>
          <p:cNvPr id="699" name="Google Shape;699;p54"/>
          <p:cNvSpPr/>
          <p:nvPr/>
        </p:nvSpPr>
        <p:spPr>
          <a:xfrm>
            <a:off x="2286000" y="3017520"/>
            <a:ext cx="12801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0" name="Google Shape;700;p54"/>
          <p:cNvSpPr/>
          <p:nvPr/>
        </p:nvSpPr>
        <p:spPr>
          <a:xfrm>
            <a:off x="2340864" y="3017520"/>
            <a:ext cx="1225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lang="en" sz="1000">
                <a:solidFill>
                  <a:srgbClr val="6B6B6B"/>
                </a:solidFill>
                <a:latin typeface="Courier New"/>
                <a:ea typeface="Courier New"/>
                <a:cs typeface="Courier New"/>
                <a:sym typeface="Courier New"/>
              </a:rPr>
              <a:t>text</a:t>
            </a:r>
            <a:r>
              <a:rPr i="1" lang="en" sz="1000">
                <a:solidFill>
                  <a:srgbClr val="6B6B6B"/>
                </a:solidFill>
                <a:latin typeface="Courier New"/>
                <a:ea typeface="Courier New"/>
                <a:cs typeface="Courier New"/>
                <a:sym typeface="Courier New"/>
              </a:rPr>
              <a:t>	</a:t>
            </a:r>
            <a:endParaRPr sz="1000">
              <a:solidFill>
                <a:schemeClr val="dk1"/>
              </a:solidFill>
              <a:latin typeface="Calibri"/>
              <a:ea typeface="Calibri"/>
              <a:cs typeface="Calibri"/>
              <a:sym typeface="Calibri"/>
            </a:endParaRPr>
          </a:p>
        </p:txBody>
      </p:sp>
      <p:sp>
        <p:nvSpPr>
          <p:cNvPr id="701" name="Google Shape;701;p54"/>
          <p:cNvSpPr/>
          <p:nvPr/>
        </p:nvSpPr>
        <p:spPr>
          <a:xfrm>
            <a:off x="3566160" y="3017520"/>
            <a:ext cx="9144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2" name="Google Shape;702;p54"/>
          <p:cNvSpPr/>
          <p:nvPr/>
        </p:nvSpPr>
        <p:spPr>
          <a:xfrm>
            <a:off x="3621024" y="3017520"/>
            <a:ext cx="859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YES</a:t>
            </a:r>
            <a:endParaRPr sz="1000">
              <a:solidFill>
                <a:schemeClr val="dk1"/>
              </a:solidFill>
              <a:latin typeface="Calibri"/>
              <a:ea typeface="Calibri"/>
              <a:cs typeface="Calibri"/>
              <a:sym typeface="Calibri"/>
            </a:endParaRPr>
          </a:p>
        </p:txBody>
      </p:sp>
      <p:sp>
        <p:nvSpPr>
          <p:cNvPr id="703" name="Google Shape;703;p54"/>
          <p:cNvSpPr/>
          <p:nvPr/>
        </p:nvSpPr>
        <p:spPr>
          <a:xfrm>
            <a:off x="4480560" y="3017520"/>
            <a:ext cx="6402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4" name="Google Shape;704;p54"/>
          <p:cNvSpPr/>
          <p:nvPr/>
        </p:nvSpPr>
        <p:spPr>
          <a:xfrm>
            <a:off x="4535424" y="3017520"/>
            <a:ext cx="585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705" name="Google Shape;705;p54"/>
          <p:cNvSpPr/>
          <p:nvPr/>
        </p:nvSpPr>
        <p:spPr>
          <a:xfrm>
            <a:off x="5120640" y="3017520"/>
            <a:ext cx="3291900" cy="347400"/>
          </a:xfrm>
          <a:prstGeom prst="rect">
            <a:avLst/>
          </a:prstGeom>
          <a:solidFill>
            <a:srgbClr val="F9F6F6"/>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6" name="Google Shape;706;p54"/>
          <p:cNvSpPr/>
          <p:nvPr/>
        </p:nvSpPr>
        <p:spPr>
          <a:xfrm>
            <a:off x="5175504" y="3017520"/>
            <a:ext cx="3237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Citizen race</a:t>
            </a:r>
            <a:endParaRPr sz="1000">
              <a:solidFill>
                <a:schemeClr val="dk1"/>
              </a:solidFill>
              <a:latin typeface="Calibri"/>
              <a:ea typeface="Calibri"/>
              <a:cs typeface="Calibri"/>
              <a:sym typeface="Calibri"/>
            </a:endParaRPr>
          </a:p>
        </p:txBody>
      </p:sp>
      <p:sp>
        <p:nvSpPr>
          <p:cNvPr id="707" name="Google Shape;707;p54"/>
          <p:cNvSpPr/>
          <p:nvPr/>
        </p:nvSpPr>
        <p:spPr>
          <a:xfrm>
            <a:off x="457200" y="3364992"/>
            <a:ext cx="18288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8" name="Google Shape;708;p54"/>
          <p:cNvSpPr/>
          <p:nvPr/>
        </p:nvSpPr>
        <p:spPr>
          <a:xfrm>
            <a:off x="512064" y="3364992"/>
            <a:ext cx="17739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0000"/>
              </a:buClr>
              <a:buSzPts val="1000"/>
              <a:buFont typeface="Courier New"/>
              <a:buNone/>
            </a:pPr>
            <a:r>
              <a:rPr b="1" lang="en" sz="1000">
                <a:solidFill>
                  <a:srgbClr val="3A0000"/>
                </a:solidFill>
                <a:latin typeface="Courier New"/>
                <a:ea typeface="Courier New"/>
                <a:cs typeface="Courier New"/>
                <a:sym typeface="Courier New"/>
              </a:rPr>
              <a:t>ethnicity</a:t>
            </a:r>
            <a:r>
              <a:rPr b="1" lang="en" sz="1000">
                <a:solidFill>
                  <a:srgbClr val="3A0000"/>
                </a:solidFill>
                <a:latin typeface="Courier New"/>
                <a:ea typeface="Courier New"/>
                <a:cs typeface="Courier New"/>
                <a:sym typeface="Courier New"/>
              </a:rPr>
              <a:t>		</a:t>
            </a:r>
            <a:endParaRPr sz="1000">
              <a:solidFill>
                <a:schemeClr val="dk1"/>
              </a:solidFill>
              <a:latin typeface="Calibri"/>
              <a:ea typeface="Calibri"/>
              <a:cs typeface="Calibri"/>
              <a:sym typeface="Calibri"/>
            </a:endParaRPr>
          </a:p>
        </p:txBody>
      </p:sp>
      <p:sp>
        <p:nvSpPr>
          <p:cNvPr id="709" name="Google Shape;709;p54"/>
          <p:cNvSpPr/>
          <p:nvPr/>
        </p:nvSpPr>
        <p:spPr>
          <a:xfrm>
            <a:off x="2286000" y="3364992"/>
            <a:ext cx="12801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0" name="Google Shape;710;p54"/>
          <p:cNvSpPr/>
          <p:nvPr/>
        </p:nvSpPr>
        <p:spPr>
          <a:xfrm>
            <a:off x="2340864" y="3364992"/>
            <a:ext cx="1225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rPr lang="en" sz="1000">
                <a:solidFill>
                  <a:schemeClr val="dk1"/>
                </a:solidFill>
                <a:latin typeface="Courier New"/>
                <a:ea typeface="Courier New"/>
                <a:cs typeface="Courier New"/>
                <a:sym typeface="Courier New"/>
              </a:rPr>
              <a:t>text</a:t>
            </a:r>
            <a:endParaRPr sz="1000">
              <a:solidFill>
                <a:schemeClr val="dk1"/>
              </a:solidFill>
              <a:latin typeface="Courier New"/>
              <a:ea typeface="Courier New"/>
              <a:cs typeface="Courier New"/>
              <a:sym typeface="Courier New"/>
            </a:endParaRPr>
          </a:p>
        </p:txBody>
      </p:sp>
      <p:sp>
        <p:nvSpPr>
          <p:cNvPr id="711" name="Google Shape;711;p54"/>
          <p:cNvSpPr/>
          <p:nvPr/>
        </p:nvSpPr>
        <p:spPr>
          <a:xfrm>
            <a:off x="3566160" y="3364992"/>
            <a:ext cx="9144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 name="Google Shape;712;p54"/>
          <p:cNvSpPr/>
          <p:nvPr/>
        </p:nvSpPr>
        <p:spPr>
          <a:xfrm>
            <a:off x="3621024" y="3364992"/>
            <a:ext cx="859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rPr lang="en" sz="1000">
                <a:solidFill>
                  <a:schemeClr val="dk1"/>
                </a:solidFill>
                <a:latin typeface="Calibri"/>
                <a:ea typeface="Calibri"/>
                <a:cs typeface="Calibri"/>
                <a:sym typeface="Calibri"/>
              </a:rPr>
              <a:t>YES</a:t>
            </a:r>
            <a:endParaRPr sz="1000">
              <a:solidFill>
                <a:schemeClr val="dk1"/>
              </a:solidFill>
              <a:latin typeface="Calibri"/>
              <a:ea typeface="Calibri"/>
              <a:cs typeface="Calibri"/>
              <a:sym typeface="Calibri"/>
            </a:endParaRPr>
          </a:p>
        </p:txBody>
      </p:sp>
      <p:sp>
        <p:nvSpPr>
          <p:cNvPr id="713" name="Google Shape;713;p54"/>
          <p:cNvSpPr/>
          <p:nvPr/>
        </p:nvSpPr>
        <p:spPr>
          <a:xfrm>
            <a:off x="4480560" y="3364992"/>
            <a:ext cx="6402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 name="Google Shape;714;p54"/>
          <p:cNvSpPr/>
          <p:nvPr/>
        </p:nvSpPr>
        <p:spPr>
          <a:xfrm>
            <a:off x="4535424" y="3364992"/>
            <a:ext cx="585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715" name="Google Shape;715;p54"/>
          <p:cNvSpPr/>
          <p:nvPr/>
        </p:nvSpPr>
        <p:spPr>
          <a:xfrm>
            <a:off x="5120640" y="3364992"/>
            <a:ext cx="3291900" cy="347400"/>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6" name="Google Shape;716;p54"/>
          <p:cNvSpPr/>
          <p:nvPr/>
        </p:nvSpPr>
        <p:spPr>
          <a:xfrm>
            <a:off x="5175504" y="3364992"/>
            <a:ext cx="3237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rgbClr val="6B6B6B"/>
                </a:solidFill>
                <a:latin typeface="Calibri"/>
                <a:ea typeface="Calibri"/>
                <a:cs typeface="Calibri"/>
                <a:sym typeface="Calibri"/>
              </a:rPr>
              <a:t>Citizen ethnicity</a:t>
            </a:r>
            <a:endParaRPr sz="1000">
              <a:solidFill>
                <a:schemeClr val="dk1"/>
              </a:solidFill>
              <a:latin typeface="Calibri"/>
              <a:ea typeface="Calibri"/>
              <a:cs typeface="Calibri"/>
              <a:sym typeface="Calibri"/>
            </a:endParaRPr>
          </a:p>
        </p:txBody>
      </p:sp>
      <p:sp>
        <p:nvSpPr>
          <p:cNvPr id="717" name="Google Shape;717;p54"/>
          <p:cNvSpPr/>
          <p:nvPr/>
        </p:nvSpPr>
        <p:spPr>
          <a:xfrm>
            <a:off x="457200" y="3840480"/>
            <a:ext cx="8229600" cy="77730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6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8" name="Google Shape;718;p54"/>
          <p:cNvSpPr/>
          <p:nvPr/>
        </p:nvSpPr>
        <p:spPr>
          <a:xfrm>
            <a:off x="457200" y="3840480"/>
            <a:ext cx="54900" cy="77730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9" name="Google Shape;719;p54"/>
          <p:cNvSpPr/>
          <p:nvPr/>
        </p:nvSpPr>
        <p:spPr>
          <a:xfrm>
            <a:off x="594360" y="3913632"/>
            <a:ext cx="8046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INDEXES / CONSTRAINTS</a:t>
            </a:r>
            <a:endParaRPr sz="750">
              <a:solidFill>
                <a:schemeClr val="dk1"/>
              </a:solidFill>
              <a:latin typeface="Calibri"/>
              <a:ea typeface="Calibri"/>
              <a:cs typeface="Calibri"/>
              <a:sym typeface="Calibri"/>
            </a:endParaRPr>
          </a:p>
        </p:txBody>
      </p:sp>
      <p:sp>
        <p:nvSpPr>
          <p:cNvPr id="720" name="Google Shape;720;p54"/>
          <p:cNvSpPr/>
          <p:nvPr/>
        </p:nvSpPr>
        <p:spPr>
          <a:xfrm>
            <a:off x="594360" y="4114800"/>
            <a:ext cx="8028300" cy="42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lang="en" sz="1100">
                <a:solidFill>
                  <a:schemeClr val="dk1"/>
                </a:solidFill>
                <a:latin typeface="Calibri"/>
                <a:ea typeface="Calibri"/>
                <a:cs typeface="Calibri"/>
                <a:sym typeface="Calibri"/>
              </a:rPr>
              <a:t>PK on citizen_num to ensure each citizen record is unique</a:t>
            </a:r>
            <a:endParaRPr sz="1100">
              <a:solidFill>
                <a:schemeClr val="dk1"/>
              </a:solidFill>
              <a:latin typeface="Calibri"/>
              <a:ea typeface="Calibri"/>
              <a:cs typeface="Calibri"/>
              <a:sym typeface="Calibri"/>
            </a:endParaRPr>
          </a:p>
        </p:txBody>
      </p:sp>
      <p:sp>
        <p:nvSpPr>
          <p:cNvPr id="721" name="Google Shape;721;p54"/>
          <p:cNvSpPr/>
          <p:nvPr/>
        </p:nvSpPr>
        <p:spPr>
          <a:xfrm>
            <a:off x="8046720" y="4800600"/>
            <a:ext cx="9144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B6B"/>
              </a:buClr>
              <a:buSzPts val="900"/>
              <a:buFont typeface="Calibri"/>
              <a:buNone/>
            </a:pPr>
            <a:r>
              <a:rPr lang="en" sz="900">
                <a:solidFill>
                  <a:srgbClr val="6B6B6B"/>
                </a:solidFill>
                <a:latin typeface="Calibri"/>
                <a:ea typeface="Calibri"/>
                <a:cs typeface="Calibri"/>
                <a:sym typeface="Calibri"/>
              </a:rPr>
              <a:t> 9 </a:t>
            </a:r>
            <a:r>
              <a:rPr lang="en" sz="900">
                <a:solidFill>
                  <a:srgbClr val="6B6B6B"/>
                </a:solidFill>
                <a:latin typeface="Calibri"/>
                <a:ea typeface="Calibri"/>
                <a:cs typeface="Calibri"/>
                <a:sym typeface="Calibri"/>
              </a:rPr>
              <a:t>/ 12</a:t>
            </a:r>
            <a:endParaRPr sz="9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6"/>
        </a:solidFill>
      </p:bgPr>
    </p:bg>
    <p:spTree>
      <p:nvGrpSpPr>
        <p:cNvPr id="726" name="Shape 726"/>
        <p:cNvGrpSpPr/>
        <p:nvPr/>
      </p:nvGrpSpPr>
      <p:grpSpPr>
        <a:xfrm>
          <a:off x="0" y="0"/>
          <a:ext cx="0" cy="0"/>
          <a:chOff x="0" y="0"/>
          <a:chExt cx="0" cy="0"/>
        </a:xfrm>
      </p:grpSpPr>
      <p:sp>
        <p:nvSpPr>
          <p:cNvPr id="727" name="Google Shape;727;p55"/>
          <p:cNvSpPr/>
          <p:nvPr/>
        </p:nvSpPr>
        <p:spPr>
          <a:xfrm>
            <a:off x="457200" y="384048"/>
            <a:ext cx="0" cy="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8" name="Google Shape;728;p55"/>
          <p:cNvSpPr/>
          <p:nvPr/>
        </p:nvSpPr>
        <p:spPr>
          <a:xfrm>
            <a:off x="0" y="0"/>
            <a:ext cx="9144000" cy="347472"/>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9" name="Google Shape;729;p55"/>
          <p:cNvSpPr/>
          <p:nvPr/>
        </p:nvSpPr>
        <p:spPr>
          <a:xfrm>
            <a:off x="365760" y="0"/>
            <a:ext cx="5486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06  ·  VISUALIZE</a:t>
            </a:r>
            <a:endParaRPr sz="1000">
              <a:solidFill>
                <a:schemeClr val="dk1"/>
              </a:solidFill>
              <a:latin typeface="Calibri"/>
              <a:ea typeface="Calibri"/>
              <a:cs typeface="Calibri"/>
              <a:sym typeface="Calibri"/>
            </a:endParaRPr>
          </a:p>
        </p:txBody>
      </p:sp>
      <p:sp>
        <p:nvSpPr>
          <p:cNvPr id="730" name="Google Shape;730;p55"/>
          <p:cNvSpPr/>
          <p:nvPr/>
        </p:nvSpPr>
        <p:spPr>
          <a:xfrm>
            <a:off x="457200" y="438912"/>
            <a:ext cx="82296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00000"/>
              </a:buClr>
              <a:buSzPts val="2600"/>
              <a:buFont typeface="Georgia"/>
              <a:buNone/>
            </a:pPr>
            <a:r>
              <a:rPr b="1" lang="en" sz="2600">
                <a:solidFill>
                  <a:srgbClr val="500000"/>
                </a:solidFill>
                <a:latin typeface="Georgia"/>
                <a:ea typeface="Georgia"/>
                <a:cs typeface="Georgia"/>
                <a:sym typeface="Georgia"/>
              </a:rPr>
              <a:t>Streamlit Dashboard Overview</a:t>
            </a:r>
            <a:endParaRPr sz="2600">
              <a:solidFill>
                <a:schemeClr val="dk1"/>
              </a:solidFill>
              <a:latin typeface="Calibri"/>
              <a:ea typeface="Calibri"/>
              <a:cs typeface="Calibri"/>
              <a:sym typeface="Calibri"/>
            </a:endParaRPr>
          </a:p>
        </p:txBody>
      </p:sp>
      <p:sp>
        <p:nvSpPr>
          <p:cNvPr id="731" name="Google Shape;731;p55"/>
          <p:cNvSpPr/>
          <p:nvPr/>
        </p:nvSpPr>
        <p:spPr>
          <a:xfrm>
            <a:off x="457200" y="1078992"/>
            <a:ext cx="347472" cy="566928"/>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2" name="Google Shape;732;p55"/>
          <p:cNvSpPr/>
          <p:nvPr/>
        </p:nvSpPr>
        <p:spPr>
          <a:xfrm>
            <a:off x="457200" y="1078992"/>
            <a:ext cx="347472"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 sz="1200">
                <a:solidFill>
                  <a:srgbClr val="FFFFFF"/>
                </a:solidFill>
                <a:latin typeface="Calibri"/>
                <a:ea typeface="Calibri"/>
                <a:cs typeface="Calibri"/>
                <a:sym typeface="Calibri"/>
              </a:rPr>
              <a:t>01</a:t>
            </a:r>
            <a:endParaRPr sz="1200">
              <a:solidFill>
                <a:schemeClr val="dk1"/>
              </a:solidFill>
              <a:latin typeface="Calibri"/>
              <a:ea typeface="Calibri"/>
              <a:cs typeface="Calibri"/>
              <a:sym typeface="Calibri"/>
            </a:endParaRPr>
          </a:p>
        </p:txBody>
      </p:sp>
      <p:sp>
        <p:nvSpPr>
          <p:cNvPr id="733" name="Google Shape;733;p55"/>
          <p:cNvSpPr/>
          <p:nvPr/>
        </p:nvSpPr>
        <p:spPr>
          <a:xfrm>
            <a:off x="804672" y="1078992"/>
            <a:ext cx="4041648" cy="566928"/>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4" name="Google Shape;734;p55"/>
          <p:cNvSpPr/>
          <p:nvPr/>
        </p:nvSpPr>
        <p:spPr>
          <a:xfrm>
            <a:off x="896112" y="1115568"/>
            <a:ext cx="3840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0000"/>
              </a:buClr>
              <a:buSzPts val="1000"/>
              <a:buFont typeface="Calibri"/>
              <a:buNone/>
            </a:pPr>
            <a:r>
              <a:rPr b="1" lang="en" sz="1000">
                <a:solidFill>
                  <a:srgbClr val="500000"/>
                </a:solidFill>
                <a:latin typeface="Calibri"/>
                <a:ea typeface="Calibri"/>
                <a:cs typeface="Calibri"/>
                <a:sym typeface="Calibri"/>
              </a:rPr>
              <a:t>Chart 1</a:t>
            </a:r>
            <a:endParaRPr sz="1000">
              <a:solidFill>
                <a:schemeClr val="dk1"/>
              </a:solidFill>
              <a:latin typeface="Calibri"/>
              <a:ea typeface="Calibri"/>
              <a:cs typeface="Calibri"/>
              <a:sym typeface="Calibri"/>
            </a:endParaRPr>
          </a:p>
        </p:txBody>
      </p:sp>
      <p:sp>
        <p:nvSpPr>
          <p:cNvPr id="735" name="Google Shape;735;p55"/>
          <p:cNvSpPr/>
          <p:nvPr/>
        </p:nvSpPr>
        <p:spPr>
          <a:xfrm>
            <a:off x="896112" y="1353312"/>
            <a:ext cx="38404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900"/>
              <a:buFont typeface="Calibri"/>
              <a:buNone/>
            </a:pPr>
            <a:r>
              <a:rPr lang="en" sz="1100">
                <a:solidFill>
                  <a:schemeClr val="dk1"/>
                </a:solidFill>
                <a:latin typeface="Calibri"/>
                <a:ea typeface="Calibri"/>
                <a:cs typeface="Calibri"/>
                <a:sym typeface="Calibri"/>
              </a:rPr>
              <a:t>Pie Chart: Race Distribution of Citizens in Incidents</a:t>
            </a:r>
            <a:endParaRPr sz="1100">
              <a:solidFill>
                <a:schemeClr val="dk1"/>
              </a:solidFill>
              <a:latin typeface="Calibri"/>
              <a:ea typeface="Calibri"/>
              <a:cs typeface="Calibri"/>
              <a:sym typeface="Calibri"/>
            </a:endParaRPr>
          </a:p>
        </p:txBody>
      </p:sp>
      <p:sp>
        <p:nvSpPr>
          <p:cNvPr id="736" name="Google Shape;736;p55"/>
          <p:cNvSpPr/>
          <p:nvPr/>
        </p:nvSpPr>
        <p:spPr>
          <a:xfrm>
            <a:off x="457200" y="1792224"/>
            <a:ext cx="347472" cy="566928"/>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7" name="Google Shape;737;p55"/>
          <p:cNvSpPr/>
          <p:nvPr/>
        </p:nvSpPr>
        <p:spPr>
          <a:xfrm>
            <a:off x="457200" y="1792224"/>
            <a:ext cx="347472"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 sz="1200">
                <a:solidFill>
                  <a:srgbClr val="FFFFFF"/>
                </a:solidFill>
                <a:latin typeface="Calibri"/>
                <a:ea typeface="Calibri"/>
                <a:cs typeface="Calibri"/>
                <a:sym typeface="Calibri"/>
              </a:rPr>
              <a:t>02</a:t>
            </a:r>
            <a:endParaRPr sz="1200">
              <a:solidFill>
                <a:schemeClr val="dk1"/>
              </a:solidFill>
              <a:latin typeface="Calibri"/>
              <a:ea typeface="Calibri"/>
              <a:cs typeface="Calibri"/>
              <a:sym typeface="Calibri"/>
            </a:endParaRPr>
          </a:p>
        </p:txBody>
      </p:sp>
      <p:sp>
        <p:nvSpPr>
          <p:cNvPr id="738" name="Google Shape;738;p55"/>
          <p:cNvSpPr/>
          <p:nvPr/>
        </p:nvSpPr>
        <p:spPr>
          <a:xfrm>
            <a:off x="804672" y="1792224"/>
            <a:ext cx="4041648" cy="566928"/>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9" name="Google Shape;739;p55"/>
          <p:cNvSpPr/>
          <p:nvPr/>
        </p:nvSpPr>
        <p:spPr>
          <a:xfrm>
            <a:off x="896112" y="1828800"/>
            <a:ext cx="3840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0000"/>
              </a:buClr>
              <a:buSzPts val="1000"/>
              <a:buFont typeface="Calibri"/>
              <a:buNone/>
            </a:pPr>
            <a:r>
              <a:rPr b="1" lang="en" sz="1000">
                <a:solidFill>
                  <a:srgbClr val="500000"/>
                </a:solidFill>
                <a:latin typeface="Calibri"/>
                <a:ea typeface="Calibri"/>
                <a:cs typeface="Calibri"/>
                <a:sym typeface="Calibri"/>
              </a:rPr>
              <a:t>Chart 2</a:t>
            </a:r>
            <a:endParaRPr sz="1000">
              <a:solidFill>
                <a:schemeClr val="dk1"/>
              </a:solidFill>
              <a:latin typeface="Calibri"/>
              <a:ea typeface="Calibri"/>
              <a:cs typeface="Calibri"/>
              <a:sym typeface="Calibri"/>
            </a:endParaRPr>
          </a:p>
        </p:txBody>
      </p:sp>
      <p:sp>
        <p:nvSpPr>
          <p:cNvPr id="740" name="Google Shape;740;p55"/>
          <p:cNvSpPr/>
          <p:nvPr/>
        </p:nvSpPr>
        <p:spPr>
          <a:xfrm>
            <a:off x="896112" y="2066544"/>
            <a:ext cx="38404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900"/>
              <a:buFont typeface="Calibri"/>
              <a:buNone/>
            </a:pPr>
            <a:r>
              <a:rPr lang="en" sz="1100">
                <a:solidFill>
                  <a:schemeClr val="dk1"/>
                </a:solidFill>
                <a:latin typeface="Calibri"/>
                <a:ea typeface="Calibri"/>
                <a:cs typeface="Calibri"/>
                <a:sym typeface="Calibri"/>
              </a:rPr>
              <a:t>Bar Chart: Most Common Citizen Charges</a:t>
            </a:r>
            <a:endParaRPr sz="1100">
              <a:solidFill>
                <a:schemeClr val="dk1"/>
              </a:solidFill>
              <a:latin typeface="Calibri"/>
              <a:ea typeface="Calibri"/>
              <a:cs typeface="Calibri"/>
              <a:sym typeface="Calibri"/>
            </a:endParaRPr>
          </a:p>
        </p:txBody>
      </p:sp>
      <p:sp>
        <p:nvSpPr>
          <p:cNvPr id="741" name="Google Shape;741;p55"/>
          <p:cNvSpPr/>
          <p:nvPr/>
        </p:nvSpPr>
        <p:spPr>
          <a:xfrm>
            <a:off x="457200" y="2505456"/>
            <a:ext cx="347472" cy="566928"/>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2" name="Google Shape;742;p55"/>
          <p:cNvSpPr/>
          <p:nvPr/>
        </p:nvSpPr>
        <p:spPr>
          <a:xfrm>
            <a:off x="457200" y="2505456"/>
            <a:ext cx="347472"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 sz="1200">
                <a:solidFill>
                  <a:srgbClr val="FFFFFF"/>
                </a:solidFill>
                <a:latin typeface="Calibri"/>
                <a:ea typeface="Calibri"/>
                <a:cs typeface="Calibri"/>
                <a:sym typeface="Calibri"/>
              </a:rPr>
              <a:t>03</a:t>
            </a:r>
            <a:endParaRPr sz="1200">
              <a:solidFill>
                <a:schemeClr val="dk1"/>
              </a:solidFill>
              <a:latin typeface="Calibri"/>
              <a:ea typeface="Calibri"/>
              <a:cs typeface="Calibri"/>
              <a:sym typeface="Calibri"/>
            </a:endParaRPr>
          </a:p>
        </p:txBody>
      </p:sp>
      <p:sp>
        <p:nvSpPr>
          <p:cNvPr id="743" name="Google Shape;743;p55"/>
          <p:cNvSpPr/>
          <p:nvPr/>
        </p:nvSpPr>
        <p:spPr>
          <a:xfrm>
            <a:off x="804672" y="2505456"/>
            <a:ext cx="4041648" cy="566928"/>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4" name="Google Shape;744;p55"/>
          <p:cNvSpPr/>
          <p:nvPr/>
        </p:nvSpPr>
        <p:spPr>
          <a:xfrm>
            <a:off x="896112" y="2542032"/>
            <a:ext cx="3840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0000"/>
              </a:buClr>
              <a:buSzPts val="1000"/>
              <a:buFont typeface="Calibri"/>
              <a:buNone/>
            </a:pPr>
            <a:r>
              <a:rPr b="1" lang="en" sz="1000">
                <a:solidFill>
                  <a:srgbClr val="500000"/>
                </a:solidFill>
                <a:latin typeface="Calibri"/>
                <a:ea typeface="Calibri"/>
                <a:cs typeface="Calibri"/>
                <a:sym typeface="Calibri"/>
              </a:rPr>
              <a:t>Chart 3</a:t>
            </a:r>
            <a:endParaRPr sz="1000">
              <a:solidFill>
                <a:schemeClr val="dk1"/>
              </a:solidFill>
              <a:latin typeface="Calibri"/>
              <a:ea typeface="Calibri"/>
              <a:cs typeface="Calibri"/>
              <a:sym typeface="Calibri"/>
            </a:endParaRPr>
          </a:p>
        </p:txBody>
      </p:sp>
      <p:sp>
        <p:nvSpPr>
          <p:cNvPr id="745" name="Google Shape;745;p55"/>
          <p:cNvSpPr/>
          <p:nvPr/>
        </p:nvSpPr>
        <p:spPr>
          <a:xfrm>
            <a:off x="896112" y="2779776"/>
            <a:ext cx="38404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900"/>
              <a:buFont typeface="Calibri"/>
              <a:buNone/>
            </a:pPr>
            <a:r>
              <a:rPr lang="en" sz="1100">
                <a:solidFill>
                  <a:schemeClr val="dk1"/>
                </a:solidFill>
                <a:latin typeface="Calibri"/>
                <a:ea typeface="Calibri"/>
                <a:cs typeface="Calibri"/>
                <a:sym typeface="Calibri"/>
              </a:rPr>
              <a:t>Bar Chart: Distribution of Highest Show of Force</a:t>
            </a:r>
            <a:endParaRPr sz="1100">
              <a:solidFill>
                <a:schemeClr val="dk1"/>
              </a:solidFill>
              <a:latin typeface="Calibri"/>
              <a:ea typeface="Calibri"/>
              <a:cs typeface="Calibri"/>
              <a:sym typeface="Calibri"/>
            </a:endParaRPr>
          </a:p>
        </p:txBody>
      </p:sp>
      <p:sp>
        <p:nvSpPr>
          <p:cNvPr id="746" name="Google Shape;746;p55"/>
          <p:cNvSpPr/>
          <p:nvPr/>
        </p:nvSpPr>
        <p:spPr>
          <a:xfrm>
            <a:off x="457200" y="3218688"/>
            <a:ext cx="347472" cy="566928"/>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7" name="Google Shape;747;p55"/>
          <p:cNvSpPr/>
          <p:nvPr/>
        </p:nvSpPr>
        <p:spPr>
          <a:xfrm>
            <a:off x="457200" y="3218688"/>
            <a:ext cx="347472"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 sz="1200">
                <a:solidFill>
                  <a:srgbClr val="FFFFFF"/>
                </a:solidFill>
                <a:latin typeface="Calibri"/>
                <a:ea typeface="Calibri"/>
                <a:cs typeface="Calibri"/>
                <a:sym typeface="Calibri"/>
              </a:rPr>
              <a:t>04</a:t>
            </a:r>
            <a:endParaRPr sz="1200">
              <a:solidFill>
                <a:schemeClr val="dk1"/>
              </a:solidFill>
              <a:latin typeface="Calibri"/>
              <a:ea typeface="Calibri"/>
              <a:cs typeface="Calibri"/>
              <a:sym typeface="Calibri"/>
            </a:endParaRPr>
          </a:p>
        </p:txBody>
      </p:sp>
      <p:sp>
        <p:nvSpPr>
          <p:cNvPr id="748" name="Google Shape;748;p55"/>
          <p:cNvSpPr/>
          <p:nvPr/>
        </p:nvSpPr>
        <p:spPr>
          <a:xfrm>
            <a:off x="804672" y="3218688"/>
            <a:ext cx="4041648" cy="566928"/>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9" name="Google Shape;749;p55"/>
          <p:cNvSpPr/>
          <p:nvPr/>
        </p:nvSpPr>
        <p:spPr>
          <a:xfrm>
            <a:off x="896112" y="3255264"/>
            <a:ext cx="3840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0000"/>
              </a:buClr>
              <a:buSzPts val="1000"/>
              <a:buFont typeface="Calibri"/>
              <a:buNone/>
            </a:pPr>
            <a:r>
              <a:rPr b="1" lang="en" sz="1000">
                <a:solidFill>
                  <a:srgbClr val="500000"/>
                </a:solidFill>
                <a:latin typeface="Calibri"/>
                <a:ea typeface="Calibri"/>
                <a:cs typeface="Calibri"/>
                <a:sym typeface="Calibri"/>
              </a:rPr>
              <a:t>Chart 4</a:t>
            </a:r>
            <a:endParaRPr sz="1000">
              <a:solidFill>
                <a:schemeClr val="dk1"/>
              </a:solidFill>
              <a:latin typeface="Calibri"/>
              <a:ea typeface="Calibri"/>
              <a:cs typeface="Calibri"/>
              <a:sym typeface="Calibri"/>
            </a:endParaRPr>
          </a:p>
        </p:txBody>
      </p:sp>
      <p:sp>
        <p:nvSpPr>
          <p:cNvPr id="750" name="Google Shape;750;p55"/>
          <p:cNvSpPr/>
          <p:nvPr/>
        </p:nvSpPr>
        <p:spPr>
          <a:xfrm>
            <a:off x="896112" y="3493008"/>
            <a:ext cx="38404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900"/>
              <a:buFont typeface="Calibri"/>
              <a:buNone/>
            </a:pPr>
            <a:r>
              <a:rPr lang="en" sz="1100">
                <a:solidFill>
                  <a:schemeClr val="dk1"/>
                </a:solidFill>
                <a:latin typeface="Calibri"/>
                <a:ea typeface="Calibri"/>
                <a:cs typeface="Calibri"/>
                <a:sym typeface="Calibri"/>
              </a:rPr>
              <a:t>Grouped Bar Chart: Highest Show of Force by Race</a:t>
            </a:r>
            <a:endParaRPr sz="1100">
              <a:solidFill>
                <a:schemeClr val="dk1"/>
              </a:solidFill>
              <a:latin typeface="Calibri"/>
              <a:ea typeface="Calibri"/>
              <a:cs typeface="Calibri"/>
              <a:sym typeface="Calibri"/>
            </a:endParaRPr>
          </a:p>
        </p:txBody>
      </p:sp>
      <p:sp>
        <p:nvSpPr>
          <p:cNvPr id="751" name="Google Shape;751;p55"/>
          <p:cNvSpPr/>
          <p:nvPr/>
        </p:nvSpPr>
        <p:spPr>
          <a:xfrm>
            <a:off x="457200" y="3931920"/>
            <a:ext cx="347472" cy="566928"/>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2" name="Google Shape;752;p55"/>
          <p:cNvSpPr/>
          <p:nvPr/>
        </p:nvSpPr>
        <p:spPr>
          <a:xfrm>
            <a:off x="457200" y="3931920"/>
            <a:ext cx="347472"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 sz="1200">
                <a:solidFill>
                  <a:srgbClr val="FFFFFF"/>
                </a:solidFill>
                <a:latin typeface="Calibri"/>
                <a:ea typeface="Calibri"/>
                <a:cs typeface="Calibri"/>
                <a:sym typeface="Calibri"/>
              </a:rPr>
              <a:t>05</a:t>
            </a:r>
            <a:endParaRPr sz="1200">
              <a:solidFill>
                <a:schemeClr val="dk1"/>
              </a:solidFill>
              <a:latin typeface="Calibri"/>
              <a:ea typeface="Calibri"/>
              <a:cs typeface="Calibri"/>
              <a:sym typeface="Calibri"/>
            </a:endParaRPr>
          </a:p>
        </p:txBody>
      </p:sp>
      <p:sp>
        <p:nvSpPr>
          <p:cNvPr id="753" name="Google Shape;753;p55"/>
          <p:cNvSpPr/>
          <p:nvPr/>
        </p:nvSpPr>
        <p:spPr>
          <a:xfrm>
            <a:off x="804672" y="3931920"/>
            <a:ext cx="4041648" cy="566928"/>
          </a:xfrm>
          <a:prstGeom prst="rect">
            <a:avLst/>
          </a:prstGeom>
          <a:solidFill>
            <a:srgbClr val="FFFFFF"/>
          </a:solidFill>
          <a:ln cap="flat" cmpd="sng" w="9525">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4" name="Google Shape;754;p55"/>
          <p:cNvSpPr/>
          <p:nvPr/>
        </p:nvSpPr>
        <p:spPr>
          <a:xfrm>
            <a:off x="896112" y="3968496"/>
            <a:ext cx="38404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0000"/>
              </a:buClr>
              <a:buSzPts val="1000"/>
              <a:buFont typeface="Calibri"/>
              <a:buNone/>
            </a:pPr>
            <a:r>
              <a:rPr b="1" lang="en" sz="1000">
                <a:solidFill>
                  <a:srgbClr val="500000"/>
                </a:solidFill>
                <a:latin typeface="Calibri"/>
                <a:ea typeface="Calibri"/>
                <a:cs typeface="Calibri"/>
                <a:sym typeface="Calibri"/>
              </a:rPr>
              <a:t>Chart 5</a:t>
            </a:r>
            <a:endParaRPr sz="1000">
              <a:solidFill>
                <a:schemeClr val="dk1"/>
              </a:solidFill>
              <a:latin typeface="Calibri"/>
              <a:ea typeface="Calibri"/>
              <a:cs typeface="Calibri"/>
              <a:sym typeface="Calibri"/>
            </a:endParaRPr>
          </a:p>
        </p:txBody>
      </p:sp>
      <p:sp>
        <p:nvSpPr>
          <p:cNvPr id="755" name="Google Shape;755;p55"/>
          <p:cNvSpPr/>
          <p:nvPr/>
        </p:nvSpPr>
        <p:spPr>
          <a:xfrm>
            <a:off x="896112" y="4206240"/>
            <a:ext cx="38404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900"/>
              <a:buFont typeface="Calibri"/>
              <a:buNone/>
            </a:pPr>
            <a:r>
              <a:rPr lang="en" sz="1100">
                <a:solidFill>
                  <a:schemeClr val="dk1"/>
                </a:solidFill>
                <a:latin typeface="Calibri"/>
                <a:ea typeface="Calibri"/>
                <a:cs typeface="Calibri"/>
                <a:sym typeface="Calibri"/>
              </a:rPr>
              <a:t>Stacked Bar Chart: Distribution of Charge by Race</a:t>
            </a:r>
            <a:endParaRPr sz="1100">
              <a:solidFill>
                <a:schemeClr val="dk1"/>
              </a:solidFill>
              <a:latin typeface="Calibri"/>
              <a:ea typeface="Calibri"/>
              <a:cs typeface="Calibri"/>
              <a:sym typeface="Calibri"/>
            </a:endParaRPr>
          </a:p>
        </p:txBody>
      </p:sp>
      <p:sp>
        <p:nvSpPr>
          <p:cNvPr id="756" name="Google Shape;756;p55"/>
          <p:cNvSpPr/>
          <p:nvPr/>
        </p:nvSpPr>
        <p:spPr>
          <a:xfrm>
            <a:off x="5303525" y="1079000"/>
            <a:ext cx="3383400" cy="2651700"/>
          </a:xfrm>
          <a:prstGeom prst="rect">
            <a:avLst/>
          </a:prstGeom>
          <a:solidFill>
            <a:srgbClr val="FFFFFF"/>
          </a:solidFill>
          <a:ln cap="flat" cmpd="sng" w="12700">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7" name="Google Shape;757;p55"/>
          <p:cNvSpPr/>
          <p:nvPr/>
        </p:nvSpPr>
        <p:spPr>
          <a:xfrm>
            <a:off x="5303520" y="1078992"/>
            <a:ext cx="3383280" cy="256032"/>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8" name="Google Shape;758;p55"/>
          <p:cNvSpPr/>
          <p:nvPr/>
        </p:nvSpPr>
        <p:spPr>
          <a:xfrm>
            <a:off x="5394950" y="1106525"/>
            <a:ext cx="3200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Calibri"/>
              <a:buNone/>
            </a:pPr>
            <a:r>
              <a:rPr b="1" lang="en" sz="800">
                <a:solidFill>
                  <a:srgbClr val="FFFFFF"/>
                </a:solidFill>
                <a:latin typeface="Calibri"/>
                <a:ea typeface="Calibri"/>
                <a:cs typeface="Calibri"/>
                <a:sym typeface="Calibri"/>
              </a:rPr>
              <a:t>DASHBOARD SCREENSHOT</a:t>
            </a:r>
            <a:endParaRPr sz="800">
              <a:solidFill>
                <a:schemeClr val="dk1"/>
              </a:solidFill>
              <a:latin typeface="Calibri"/>
              <a:ea typeface="Calibri"/>
              <a:cs typeface="Calibri"/>
              <a:sym typeface="Calibri"/>
            </a:endParaRPr>
          </a:p>
        </p:txBody>
      </p:sp>
      <p:sp>
        <p:nvSpPr>
          <p:cNvPr id="759" name="Google Shape;759;p55"/>
          <p:cNvSpPr/>
          <p:nvPr/>
        </p:nvSpPr>
        <p:spPr>
          <a:xfrm>
            <a:off x="5303520" y="1371600"/>
            <a:ext cx="3383280" cy="2286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E0E0"/>
              </a:buClr>
              <a:buSzPts val="1300"/>
              <a:buFont typeface="Calibri"/>
              <a:buNone/>
            </a:pPr>
            <a:r>
              <a:rPr i="1" lang="en" sz="1300">
                <a:solidFill>
                  <a:srgbClr val="E8E0E0"/>
                </a:solidFill>
                <a:latin typeface="Calibri"/>
                <a:ea typeface="Calibri"/>
                <a:cs typeface="Calibri"/>
                <a:sym typeface="Calibri"/>
              </a:rPr>
              <a:t>[ Paste screenshot here ]</a:t>
            </a:r>
            <a:endParaRPr sz="1300">
              <a:solidFill>
                <a:schemeClr val="dk1"/>
              </a:solidFill>
              <a:latin typeface="Calibri"/>
              <a:ea typeface="Calibri"/>
              <a:cs typeface="Calibri"/>
              <a:sym typeface="Calibri"/>
            </a:endParaRPr>
          </a:p>
        </p:txBody>
      </p:sp>
      <p:sp>
        <p:nvSpPr>
          <p:cNvPr id="760" name="Google Shape;760;p55"/>
          <p:cNvSpPr/>
          <p:nvPr/>
        </p:nvSpPr>
        <p:spPr>
          <a:xfrm>
            <a:off x="5303520" y="3858768"/>
            <a:ext cx="3383280" cy="96012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1" name="Google Shape;761;p55"/>
          <p:cNvSpPr/>
          <p:nvPr/>
        </p:nvSpPr>
        <p:spPr>
          <a:xfrm>
            <a:off x="5303520" y="3858768"/>
            <a:ext cx="54864" cy="96012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2" name="Google Shape;762;p55"/>
          <p:cNvSpPr/>
          <p:nvPr/>
        </p:nvSpPr>
        <p:spPr>
          <a:xfrm>
            <a:off x="5440680" y="3931920"/>
            <a:ext cx="3200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INTERACTIVE CONTROLS</a:t>
            </a:r>
            <a:endParaRPr sz="750">
              <a:solidFill>
                <a:schemeClr val="dk1"/>
              </a:solidFill>
              <a:latin typeface="Calibri"/>
              <a:ea typeface="Calibri"/>
              <a:cs typeface="Calibri"/>
              <a:sym typeface="Calibri"/>
            </a:endParaRPr>
          </a:p>
        </p:txBody>
      </p:sp>
      <p:sp>
        <p:nvSpPr>
          <p:cNvPr id="763" name="Google Shape;763;p55"/>
          <p:cNvSpPr/>
          <p:nvPr/>
        </p:nvSpPr>
        <p:spPr>
          <a:xfrm>
            <a:off x="5440680" y="4133088"/>
            <a:ext cx="3182112" cy="6126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chemeClr val="dk1"/>
                </a:solidFill>
                <a:latin typeface="Calibri"/>
                <a:ea typeface="Calibri"/>
                <a:cs typeface="Calibri"/>
                <a:sym typeface="Calibri"/>
              </a:rPr>
              <a:t>We have dropdowns to filter by race, citizen charge, and show of force, as well as sliders to look at the statistics within certian age ranges and to control the displayed sample size</a:t>
            </a:r>
            <a:endParaRPr sz="1000">
              <a:solidFill>
                <a:schemeClr val="dk1"/>
              </a:solidFill>
              <a:latin typeface="Calibri"/>
              <a:ea typeface="Calibri"/>
              <a:cs typeface="Calibri"/>
              <a:sym typeface="Calibri"/>
            </a:endParaRPr>
          </a:p>
        </p:txBody>
      </p:sp>
      <p:sp>
        <p:nvSpPr>
          <p:cNvPr id="764" name="Google Shape;764;p55"/>
          <p:cNvSpPr/>
          <p:nvPr/>
        </p:nvSpPr>
        <p:spPr>
          <a:xfrm>
            <a:off x="8046720" y="4800600"/>
            <a:ext cx="9144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B6B"/>
              </a:buClr>
              <a:buSzPts val="900"/>
              <a:buFont typeface="Calibri"/>
              <a:buNone/>
            </a:pPr>
            <a:r>
              <a:rPr lang="en" sz="900">
                <a:solidFill>
                  <a:srgbClr val="6B6B6B"/>
                </a:solidFill>
                <a:latin typeface="Calibri"/>
                <a:ea typeface="Calibri"/>
                <a:cs typeface="Calibri"/>
                <a:sym typeface="Calibri"/>
              </a:rPr>
              <a:t>10</a:t>
            </a:r>
            <a:r>
              <a:rPr lang="en" sz="900">
                <a:solidFill>
                  <a:srgbClr val="6B6B6B"/>
                </a:solidFill>
                <a:latin typeface="Calibri"/>
                <a:ea typeface="Calibri"/>
                <a:cs typeface="Calibri"/>
                <a:sym typeface="Calibri"/>
              </a:rPr>
              <a:t> / 12</a:t>
            </a:r>
            <a:endParaRPr sz="900">
              <a:solidFill>
                <a:schemeClr val="dk1"/>
              </a:solidFill>
              <a:latin typeface="Calibri"/>
              <a:ea typeface="Calibri"/>
              <a:cs typeface="Calibri"/>
              <a:sym typeface="Calibri"/>
            </a:endParaRPr>
          </a:p>
        </p:txBody>
      </p:sp>
      <p:pic>
        <p:nvPicPr>
          <p:cNvPr id="765" name="Google Shape;765;p55"/>
          <p:cNvPicPr preferRelativeResize="0"/>
          <p:nvPr/>
        </p:nvPicPr>
        <p:blipFill>
          <a:blip r:embed="rId3">
            <a:alphaModFix/>
          </a:blip>
          <a:stretch>
            <a:fillRect/>
          </a:stretch>
        </p:blipFill>
        <p:spPr>
          <a:xfrm>
            <a:off x="5071850" y="1332878"/>
            <a:ext cx="3938024" cy="23795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6F6"/>
        </a:solidFill>
      </p:bgPr>
    </p:bg>
    <p:spTree>
      <p:nvGrpSpPr>
        <p:cNvPr id="770" name="Shape 770"/>
        <p:cNvGrpSpPr/>
        <p:nvPr/>
      </p:nvGrpSpPr>
      <p:grpSpPr>
        <a:xfrm>
          <a:off x="0" y="0"/>
          <a:ext cx="0" cy="0"/>
          <a:chOff x="0" y="0"/>
          <a:chExt cx="0" cy="0"/>
        </a:xfrm>
      </p:grpSpPr>
      <p:sp>
        <p:nvSpPr>
          <p:cNvPr id="771" name="Google Shape;771;p56"/>
          <p:cNvSpPr/>
          <p:nvPr/>
        </p:nvSpPr>
        <p:spPr>
          <a:xfrm>
            <a:off x="457200" y="384048"/>
            <a:ext cx="0" cy="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2" name="Google Shape;772;p56"/>
          <p:cNvSpPr/>
          <p:nvPr/>
        </p:nvSpPr>
        <p:spPr>
          <a:xfrm>
            <a:off x="0" y="0"/>
            <a:ext cx="9144000" cy="347472"/>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3" name="Google Shape;773;p56"/>
          <p:cNvSpPr/>
          <p:nvPr/>
        </p:nvSpPr>
        <p:spPr>
          <a:xfrm>
            <a:off x="365760" y="0"/>
            <a:ext cx="5486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08  ·  FUTURE WORK</a:t>
            </a:r>
            <a:endParaRPr sz="1000">
              <a:solidFill>
                <a:schemeClr val="dk1"/>
              </a:solidFill>
              <a:latin typeface="Calibri"/>
              <a:ea typeface="Calibri"/>
              <a:cs typeface="Calibri"/>
              <a:sym typeface="Calibri"/>
            </a:endParaRPr>
          </a:p>
        </p:txBody>
      </p:sp>
      <p:sp>
        <p:nvSpPr>
          <p:cNvPr id="774" name="Google Shape;774;p56"/>
          <p:cNvSpPr/>
          <p:nvPr/>
        </p:nvSpPr>
        <p:spPr>
          <a:xfrm>
            <a:off x="457200" y="438912"/>
            <a:ext cx="82296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00000"/>
              </a:buClr>
              <a:buSzPts val="2600"/>
              <a:buFont typeface="Georgia"/>
              <a:buNone/>
            </a:pPr>
            <a:r>
              <a:rPr b="1" lang="en" sz="2600">
                <a:solidFill>
                  <a:srgbClr val="500000"/>
                </a:solidFill>
                <a:latin typeface="Georgia"/>
                <a:ea typeface="Georgia"/>
                <a:cs typeface="Georgia"/>
                <a:sym typeface="Georgia"/>
              </a:rPr>
              <a:t>Recommended Future Steps</a:t>
            </a:r>
            <a:endParaRPr sz="2600">
              <a:solidFill>
                <a:schemeClr val="dk1"/>
              </a:solidFill>
              <a:latin typeface="Calibri"/>
              <a:ea typeface="Calibri"/>
              <a:cs typeface="Calibri"/>
              <a:sym typeface="Calibri"/>
            </a:endParaRPr>
          </a:p>
        </p:txBody>
      </p:sp>
      <p:sp>
        <p:nvSpPr>
          <p:cNvPr id="775" name="Google Shape;775;p56"/>
          <p:cNvSpPr/>
          <p:nvPr/>
        </p:nvSpPr>
        <p:spPr>
          <a:xfrm>
            <a:off x="457200" y="1078992"/>
            <a:ext cx="4114800" cy="822960"/>
          </a:xfrm>
          <a:prstGeom prst="rect">
            <a:avLst/>
          </a:prstGeom>
          <a:solidFill>
            <a:srgbClr val="FFFFFF"/>
          </a:solidFill>
          <a:ln cap="flat" cmpd="sng" w="12700">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6" name="Google Shape;776;p56"/>
          <p:cNvSpPr/>
          <p:nvPr/>
        </p:nvSpPr>
        <p:spPr>
          <a:xfrm>
            <a:off x="457200" y="1078992"/>
            <a:ext cx="502920" cy="82296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7" name="Google Shape;777;p56"/>
          <p:cNvSpPr/>
          <p:nvPr/>
        </p:nvSpPr>
        <p:spPr>
          <a:xfrm>
            <a:off x="457200" y="1078992"/>
            <a:ext cx="5029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 sz="1400">
                <a:solidFill>
                  <a:srgbClr val="FFFFFF"/>
                </a:solidFill>
                <a:latin typeface="Calibri"/>
                <a:ea typeface="Calibri"/>
                <a:cs typeface="Calibri"/>
                <a:sym typeface="Calibri"/>
              </a:rPr>
              <a:t>01</a:t>
            </a:r>
            <a:endParaRPr sz="1400">
              <a:solidFill>
                <a:schemeClr val="dk1"/>
              </a:solidFill>
              <a:latin typeface="Calibri"/>
              <a:ea typeface="Calibri"/>
              <a:cs typeface="Calibri"/>
              <a:sym typeface="Calibri"/>
            </a:endParaRPr>
          </a:p>
        </p:txBody>
      </p:sp>
      <p:sp>
        <p:nvSpPr>
          <p:cNvPr id="778" name="Google Shape;778;p56"/>
          <p:cNvSpPr/>
          <p:nvPr/>
        </p:nvSpPr>
        <p:spPr>
          <a:xfrm>
            <a:off x="1051560" y="1152144"/>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0000"/>
              </a:buClr>
              <a:buSzPts val="1100"/>
              <a:buFont typeface="Calibri"/>
              <a:buNone/>
            </a:pPr>
            <a:r>
              <a:rPr b="1" lang="en" sz="1100">
                <a:solidFill>
                  <a:srgbClr val="500000"/>
                </a:solidFill>
                <a:latin typeface="Calibri"/>
                <a:ea typeface="Calibri"/>
                <a:cs typeface="Calibri"/>
                <a:sym typeface="Calibri"/>
              </a:rPr>
              <a:t>Caching Expensive Queries</a:t>
            </a:r>
            <a:endParaRPr sz="1100">
              <a:solidFill>
                <a:schemeClr val="dk1"/>
              </a:solidFill>
              <a:latin typeface="Calibri"/>
              <a:ea typeface="Calibri"/>
              <a:cs typeface="Calibri"/>
              <a:sym typeface="Calibri"/>
            </a:endParaRPr>
          </a:p>
        </p:txBody>
      </p:sp>
      <p:sp>
        <p:nvSpPr>
          <p:cNvPr id="779" name="Google Shape;779;p56"/>
          <p:cNvSpPr/>
          <p:nvPr/>
        </p:nvSpPr>
        <p:spPr>
          <a:xfrm>
            <a:off x="1051560" y="1463040"/>
            <a:ext cx="3429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100">
                <a:solidFill>
                  <a:schemeClr val="dk1"/>
                </a:solidFill>
                <a:latin typeface="Calibri"/>
                <a:ea typeface="Calibri"/>
                <a:cs typeface="Calibri"/>
                <a:sym typeface="Calibri"/>
              </a:rPr>
              <a:t>Use st.cache_data to improve the load times of computationally expensive queries</a:t>
            </a:r>
            <a:endParaRPr sz="1100">
              <a:solidFill>
                <a:schemeClr val="dk1"/>
              </a:solidFill>
              <a:latin typeface="Calibri"/>
              <a:ea typeface="Calibri"/>
              <a:cs typeface="Calibri"/>
              <a:sym typeface="Calibri"/>
            </a:endParaRPr>
          </a:p>
        </p:txBody>
      </p:sp>
      <p:sp>
        <p:nvSpPr>
          <p:cNvPr id="780" name="Google Shape;780;p56"/>
          <p:cNvSpPr/>
          <p:nvPr/>
        </p:nvSpPr>
        <p:spPr>
          <a:xfrm>
            <a:off x="457200" y="2039112"/>
            <a:ext cx="4114800" cy="822960"/>
          </a:xfrm>
          <a:prstGeom prst="rect">
            <a:avLst/>
          </a:prstGeom>
          <a:solidFill>
            <a:srgbClr val="FFFFFF"/>
          </a:solidFill>
          <a:ln cap="flat" cmpd="sng" w="12700">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1" name="Google Shape;781;p56"/>
          <p:cNvSpPr/>
          <p:nvPr/>
        </p:nvSpPr>
        <p:spPr>
          <a:xfrm>
            <a:off x="457200" y="2039112"/>
            <a:ext cx="502920" cy="82296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2" name="Google Shape;782;p56"/>
          <p:cNvSpPr/>
          <p:nvPr/>
        </p:nvSpPr>
        <p:spPr>
          <a:xfrm>
            <a:off x="457200" y="2039112"/>
            <a:ext cx="5029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 sz="1400">
                <a:solidFill>
                  <a:srgbClr val="FFFFFF"/>
                </a:solidFill>
                <a:latin typeface="Calibri"/>
                <a:ea typeface="Calibri"/>
                <a:cs typeface="Calibri"/>
                <a:sym typeface="Calibri"/>
              </a:rPr>
              <a:t>02</a:t>
            </a:r>
            <a:endParaRPr sz="1400">
              <a:solidFill>
                <a:schemeClr val="dk1"/>
              </a:solidFill>
              <a:latin typeface="Calibri"/>
              <a:ea typeface="Calibri"/>
              <a:cs typeface="Calibri"/>
              <a:sym typeface="Calibri"/>
            </a:endParaRPr>
          </a:p>
        </p:txBody>
      </p:sp>
      <p:sp>
        <p:nvSpPr>
          <p:cNvPr id="783" name="Google Shape;783;p56"/>
          <p:cNvSpPr/>
          <p:nvPr/>
        </p:nvSpPr>
        <p:spPr>
          <a:xfrm>
            <a:off x="1051560" y="2112264"/>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0000"/>
              </a:buClr>
              <a:buSzPts val="1100"/>
              <a:buFont typeface="Calibri"/>
              <a:buNone/>
            </a:pPr>
            <a:r>
              <a:rPr b="1" lang="en" sz="1100">
                <a:solidFill>
                  <a:srgbClr val="500000"/>
                </a:solidFill>
                <a:latin typeface="Calibri"/>
                <a:ea typeface="Calibri"/>
                <a:cs typeface="Calibri"/>
                <a:sym typeface="Calibri"/>
              </a:rPr>
              <a:t>Scheduling and Monitoring</a:t>
            </a:r>
            <a:endParaRPr sz="1100">
              <a:solidFill>
                <a:schemeClr val="dk1"/>
              </a:solidFill>
              <a:latin typeface="Calibri"/>
              <a:ea typeface="Calibri"/>
              <a:cs typeface="Calibri"/>
              <a:sym typeface="Calibri"/>
            </a:endParaRPr>
          </a:p>
        </p:txBody>
      </p:sp>
      <p:sp>
        <p:nvSpPr>
          <p:cNvPr id="784" name="Google Shape;784;p56"/>
          <p:cNvSpPr/>
          <p:nvPr/>
        </p:nvSpPr>
        <p:spPr>
          <a:xfrm>
            <a:off x="1051560" y="2423160"/>
            <a:ext cx="3429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chemeClr val="dk1"/>
                </a:solidFill>
                <a:latin typeface="Calibri"/>
                <a:ea typeface="Calibri"/>
                <a:cs typeface="Calibri"/>
                <a:sym typeface="Calibri"/>
              </a:rPr>
              <a:t>Use Apache Airflow to run the pipeline automatically, on a user-defined schedule.</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000"/>
              <a:buFont typeface="Calibri"/>
              <a:buNone/>
            </a:pPr>
            <a:r>
              <a:rPr lang="en" sz="800" u="sng">
                <a:solidFill>
                  <a:schemeClr val="accent5"/>
                </a:solidFill>
                <a:hlinkClick r:id="rId3">
                  <a:extLst>
                    <a:ext uri="{A12FA001-AC4F-418D-AE19-62706E023703}">
                      <ahyp:hlinkClr val="tx"/>
                    </a:ext>
                  </a:extLst>
                </a:hlinkClick>
              </a:rPr>
              <a:t>Scheduling Data Pipelines with Apache Airflow: A Beginner’s Guide</a:t>
            </a:r>
            <a:endParaRPr sz="700">
              <a:solidFill>
                <a:schemeClr val="accent5"/>
              </a:solidFill>
              <a:latin typeface="Calibri"/>
              <a:ea typeface="Calibri"/>
              <a:cs typeface="Calibri"/>
              <a:sym typeface="Calibri"/>
            </a:endParaRPr>
          </a:p>
        </p:txBody>
      </p:sp>
      <p:sp>
        <p:nvSpPr>
          <p:cNvPr id="785" name="Google Shape;785;p56"/>
          <p:cNvSpPr/>
          <p:nvPr/>
        </p:nvSpPr>
        <p:spPr>
          <a:xfrm>
            <a:off x="457200" y="2999232"/>
            <a:ext cx="4114800" cy="822960"/>
          </a:xfrm>
          <a:prstGeom prst="rect">
            <a:avLst/>
          </a:prstGeom>
          <a:solidFill>
            <a:srgbClr val="FFFFFF"/>
          </a:solidFill>
          <a:ln cap="flat" cmpd="sng" w="12700">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6" name="Google Shape;786;p56"/>
          <p:cNvSpPr/>
          <p:nvPr/>
        </p:nvSpPr>
        <p:spPr>
          <a:xfrm>
            <a:off x="457200" y="2999232"/>
            <a:ext cx="502920" cy="82296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7" name="Google Shape;787;p56"/>
          <p:cNvSpPr/>
          <p:nvPr/>
        </p:nvSpPr>
        <p:spPr>
          <a:xfrm>
            <a:off x="457200" y="2999232"/>
            <a:ext cx="5029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 sz="1400">
                <a:solidFill>
                  <a:srgbClr val="FFFFFF"/>
                </a:solidFill>
                <a:latin typeface="Calibri"/>
                <a:ea typeface="Calibri"/>
                <a:cs typeface="Calibri"/>
                <a:sym typeface="Calibri"/>
              </a:rPr>
              <a:t>03</a:t>
            </a:r>
            <a:endParaRPr sz="1400">
              <a:solidFill>
                <a:schemeClr val="dk1"/>
              </a:solidFill>
              <a:latin typeface="Calibri"/>
              <a:ea typeface="Calibri"/>
              <a:cs typeface="Calibri"/>
              <a:sym typeface="Calibri"/>
            </a:endParaRPr>
          </a:p>
        </p:txBody>
      </p:sp>
      <p:sp>
        <p:nvSpPr>
          <p:cNvPr id="788" name="Google Shape;788;p56"/>
          <p:cNvSpPr/>
          <p:nvPr/>
        </p:nvSpPr>
        <p:spPr>
          <a:xfrm>
            <a:off x="1051560" y="3072384"/>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0000"/>
              </a:buClr>
              <a:buSzPts val="1100"/>
              <a:buFont typeface="Calibri"/>
              <a:buNone/>
            </a:pPr>
            <a:r>
              <a:rPr b="1" lang="en" sz="1100">
                <a:solidFill>
                  <a:srgbClr val="500000"/>
                </a:solidFill>
                <a:latin typeface="Calibri"/>
                <a:ea typeface="Calibri"/>
                <a:cs typeface="Calibri"/>
                <a:sym typeface="Calibri"/>
              </a:rPr>
              <a:t>Security Measures</a:t>
            </a:r>
            <a:endParaRPr sz="1100">
              <a:solidFill>
                <a:schemeClr val="dk1"/>
              </a:solidFill>
              <a:latin typeface="Calibri"/>
              <a:ea typeface="Calibri"/>
              <a:cs typeface="Calibri"/>
              <a:sym typeface="Calibri"/>
            </a:endParaRPr>
          </a:p>
        </p:txBody>
      </p:sp>
      <p:sp>
        <p:nvSpPr>
          <p:cNvPr id="789" name="Google Shape;789;p56"/>
          <p:cNvSpPr/>
          <p:nvPr/>
        </p:nvSpPr>
        <p:spPr>
          <a:xfrm>
            <a:off x="1051560" y="3383280"/>
            <a:ext cx="3429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000">
                <a:solidFill>
                  <a:schemeClr val="dk1"/>
                </a:solidFill>
                <a:latin typeface="Calibri"/>
                <a:ea typeface="Calibri"/>
                <a:cs typeface="Calibri"/>
                <a:sym typeface="Calibri"/>
              </a:rPr>
              <a:t>If something like the Streamlit dashboard were to be shared outside of the group, we could implement an authentication step to make sure the use cases are safe.</a:t>
            </a:r>
            <a:endParaRPr sz="1000">
              <a:solidFill>
                <a:schemeClr val="dk1"/>
              </a:solidFill>
              <a:latin typeface="Calibri"/>
              <a:ea typeface="Calibri"/>
              <a:cs typeface="Calibri"/>
              <a:sym typeface="Calibri"/>
            </a:endParaRPr>
          </a:p>
        </p:txBody>
      </p:sp>
      <p:sp>
        <p:nvSpPr>
          <p:cNvPr id="790" name="Google Shape;790;p56"/>
          <p:cNvSpPr/>
          <p:nvPr/>
        </p:nvSpPr>
        <p:spPr>
          <a:xfrm>
            <a:off x="4754880" y="1078992"/>
            <a:ext cx="4114800" cy="822960"/>
          </a:xfrm>
          <a:prstGeom prst="rect">
            <a:avLst/>
          </a:prstGeom>
          <a:solidFill>
            <a:srgbClr val="FFFFFF"/>
          </a:solidFill>
          <a:ln cap="flat" cmpd="sng" w="12700">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1" name="Google Shape;791;p56"/>
          <p:cNvSpPr/>
          <p:nvPr/>
        </p:nvSpPr>
        <p:spPr>
          <a:xfrm>
            <a:off x="4754880" y="1078992"/>
            <a:ext cx="502920" cy="82296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2" name="Google Shape;792;p56"/>
          <p:cNvSpPr/>
          <p:nvPr/>
        </p:nvSpPr>
        <p:spPr>
          <a:xfrm>
            <a:off x="4754880" y="1078992"/>
            <a:ext cx="5029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 sz="1400">
                <a:solidFill>
                  <a:srgbClr val="FFFFFF"/>
                </a:solidFill>
                <a:latin typeface="Calibri"/>
                <a:ea typeface="Calibri"/>
                <a:cs typeface="Calibri"/>
                <a:sym typeface="Calibri"/>
              </a:rPr>
              <a:t>04</a:t>
            </a:r>
            <a:endParaRPr sz="1400">
              <a:solidFill>
                <a:schemeClr val="dk1"/>
              </a:solidFill>
              <a:latin typeface="Calibri"/>
              <a:ea typeface="Calibri"/>
              <a:cs typeface="Calibri"/>
              <a:sym typeface="Calibri"/>
            </a:endParaRPr>
          </a:p>
        </p:txBody>
      </p:sp>
      <p:sp>
        <p:nvSpPr>
          <p:cNvPr id="793" name="Google Shape;793;p56"/>
          <p:cNvSpPr/>
          <p:nvPr/>
        </p:nvSpPr>
        <p:spPr>
          <a:xfrm>
            <a:off x="5349240" y="1152144"/>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0000"/>
              </a:buClr>
              <a:buSzPts val="1100"/>
              <a:buFont typeface="Calibri"/>
              <a:buNone/>
            </a:pPr>
            <a:r>
              <a:rPr b="1" lang="en" sz="1100">
                <a:solidFill>
                  <a:srgbClr val="500000"/>
                </a:solidFill>
                <a:latin typeface="Calibri"/>
                <a:ea typeface="Calibri"/>
                <a:cs typeface="Calibri"/>
                <a:sym typeface="Calibri"/>
              </a:rPr>
              <a:t>Cloud Deployment</a:t>
            </a:r>
            <a:endParaRPr sz="1100">
              <a:solidFill>
                <a:schemeClr val="dk1"/>
              </a:solidFill>
              <a:latin typeface="Calibri"/>
              <a:ea typeface="Calibri"/>
              <a:cs typeface="Calibri"/>
              <a:sym typeface="Calibri"/>
            </a:endParaRPr>
          </a:p>
        </p:txBody>
      </p:sp>
      <p:sp>
        <p:nvSpPr>
          <p:cNvPr id="794" name="Google Shape;794;p56"/>
          <p:cNvSpPr/>
          <p:nvPr/>
        </p:nvSpPr>
        <p:spPr>
          <a:xfrm>
            <a:off x="5349240" y="1463040"/>
            <a:ext cx="3429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100">
                <a:solidFill>
                  <a:schemeClr val="dk1"/>
                </a:solidFill>
                <a:latin typeface="Calibri"/>
                <a:ea typeface="Calibri"/>
                <a:cs typeface="Calibri"/>
                <a:sym typeface="Calibri"/>
              </a:rPr>
              <a:t>Deploy the Docker container to Google Cloud Run</a:t>
            </a:r>
            <a:endParaRPr sz="1100">
              <a:solidFill>
                <a:schemeClr val="dk1"/>
              </a:solidFill>
              <a:latin typeface="Calibri"/>
              <a:ea typeface="Calibri"/>
              <a:cs typeface="Calibri"/>
              <a:sym typeface="Calibri"/>
            </a:endParaRPr>
          </a:p>
        </p:txBody>
      </p:sp>
      <p:sp>
        <p:nvSpPr>
          <p:cNvPr id="795" name="Google Shape;795;p56"/>
          <p:cNvSpPr/>
          <p:nvPr/>
        </p:nvSpPr>
        <p:spPr>
          <a:xfrm>
            <a:off x="4754880" y="2039112"/>
            <a:ext cx="4114800" cy="822960"/>
          </a:xfrm>
          <a:prstGeom prst="rect">
            <a:avLst/>
          </a:prstGeom>
          <a:solidFill>
            <a:srgbClr val="FFFFFF"/>
          </a:solidFill>
          <a:ln cap="flat" cmpd="sng" w="12700">
            <a:solidFill>
              <a:srgbClr val="E8E0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6" name="Google Shape;796;p56"/>
          <p:cNvSpPr/>
          <p:nvPr/>
        </p:nvSpPr>
        <p:spPr>
          <a:xfrm>
            <a:off x="4754880" y="2039112"/>
            <a:ext cx="502920" cy="82296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7" name="Google Shape;797;p56"/>
          <p:cNvSpPr/>
          <p:nvPr/>
        </p:nvSpPr>
        <p:spPr>
          <a:xfrm>
            <a:off x="4754880" y="2039112"/>
            <a:ext cx="5029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 sz="1400">
                <a:solidFill>
                  <a:srgbClr val="FFFFFF"/>
                </a:solidFill>
                <a:latin typeface="Calibri"/>
                <a:ea typeface="Calibri"/>
                <a:cs typeface="Calibri"/>
                <a:sym typeface="Calibri"/>
              </a:rPr>
              <a:t>05</a:t>
            </a:r>
            <a:endParaRPr sz="1400">
              <a:solidFill>
                <a:schemeClr val="dk1"/>
              </a:solidFill>
              <a:latin typeface="Calibri"/>
              <a:ea typeface="Calibri"/>
              <a:cs typeface="Calibri"/>
              <a:sym typeface="Calibri"/>
            </a:endParaRPr>
          </a:p>
        </p:txBody>
      </p:sp>
      <p:sp>
        <p:nvSpPr>
          <p:cNvPr id="798" name="Google Shape;798;p56"/>
          <p:cNvSpPr/>
          <p:nvPr/>
        </p:nvSpPr>
        <p:spPr>
          <a:xfrm>
            <a:off x="5349240" y="2112264"/>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0000"/>
              </a:buClr>
              <a:buSzPts val="1100"/>
              <a:buFont typeface="Calibri"/>
              <a:buNone/>
            </a:pPr>
            <a:r>
              <a:rPr b="1" lang="en" sz="1100">
                <a:solidFill>
                  <a:srgbClr val="500000"/>
                </a:solidFill>
                <a:latin typeface="Calibri"/>
                <a:ea typeface="Calibri"/>
                <a:cs typeface="Calibri"/>
                <a:sym typeface="Calibri"/>
              </a:rPr>
              <a:t>Error Logs and Alerts</a:t>
            </a:r>
            <a:endParaRPr sz="1100">
              <a:solidFill>
                <a:schemeClr val="dk1"/>
              </a:solidFill>
              <a:latin typeface="Calibri"/>
              <a:ea typeface="Calibri"/>
              <a:cs typeface="Calibri"/>
              <a:sym typeface="Calibri"/>
            </a:endParaRPr>
          </a:p>
        </p:txBody>
      </p:sp>
      <p:sp>
        <p:nvSpPr>
          <p:cNvPr id="799" name="Google Shape;799;p56"/>
          <p:cNvSpPr/>
          <p:nvPr/>
        </p:nvSpPr>
        <p:spPr>
          <a:xfrm>
            <a:off x="5349240" y="2423160"/>
            <a:ext cx="3429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lang="en" sz="1100">
                <a:solidFill>
                  <a:schemeClr val="dk1"/>
                </a:solidFill>
                <a:latin typeface="Calibri"/>
                <a:ea typeface="Calibri"/>
                <a:cs typeface="Calibri"/>
                <a:sym typeface="Calibri"/>
              </a:rPr>
              <a:t>Create an alert system that notifies managers when a run fails</a:t>
            </a:r>
            <a:endParaRPr sz="1100">
              <a:solidFill>
                <a:schemeClr val="dk1"/>
              </a:solidFill>
              <a:latin typeface="Calibri"/>
              <a:ea typeface="Calibri"/>
              <a:cs typeface="Calibri"/>
              <a:sym typeface="Calibri"/>
            </a:endParaRPr>
          </a:p>
        </p:txBody>
      </p:sp>
      <p:sp>
        <p:nvSpPr>
          <p:cNvPr id="800" name="Google Shape;800;p56"/>
          <p:cNvSpPr/>
          <p:nvPr/>
        </p:nvSpPr>
        <p:spPr>
          <a:xfrm>
            <a:off x="457200" y="4041648"/>
            <a:ext cx="8229600" cy="777240"/>
          </a:xfrm>
          <a:prstGeom prst="rect">
            <a:avLst/>
          </a:prstGeom>
          <a:solidFill>
            <a:srgbClr val="FFFFFF"/>
          </a:solidFill>
          <a:ln cap="flat" cmpd="sng" w="12700">
            <a:solidFill>
              <a:srgbClr val="E8E0E0"/>
            </a:solidFill>
            <a:prstDash val="solid"/>
            <a:round/>
            <a:headEnd len="sm" w="sm" type="none"/>
            <a:tailEnd len="sm" w="sm" type="none"/>
          </a:ln>
          <a:effectLst>
            <a:outerShdw blurRad="50800" rotWithShape="0" algn="bl" dir="8100000" dist="12700">
              <a:srgbClr val="000000">
                <a:alpha val="705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1" name="Google Shape;801;p56"/>
          <p:cNvSpPr/>
          <p:nvPr/>
        </p:nvSpPr>
        <p:spPr>
          <a:xfrm>
            <a:off x="457200" y="4041648"/>
            <a:ext cx="54864" cy="777240"/>
          </a:xfrm>
          <a:prstGeom prst="rect">
            <a:avLst/>
          </a:prstGeom>
          <a:solidFill>
            <a:srgbClr val="5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2" name="Google Shape;802;p56"/>
          <p:cNvSpPr/>
          <p:nvPr/>
        </p:nvSpPr>
        <p:spPr>
          <a:xfrm>
            <a:off x="585297" y="4050800"/>
            <a:ext cx="8046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C1C"/>
              </a:buClr>
              <a:buSzPts val="750"/>
              <a:buFont typeface="Calibri"/>
              <a:buNone/>
            </a:pPr>
            <a:r>
              <a:rPr b="1" lang="en" sz="750">
                <a:solidFill>
                  <a:srgbClr val="7A1C1C"/>
                </a:solidFill>
                <a:latin typeface="Calibri"/>
                <a:ea typeface="Calibri"/>
                <a:cs typeface="Calibri"/>
                <a:sym typeface="Calibri"/>
              </a:rPr>
              <a:t>LESSONS LEARNED</a:t>
            </a:r>
            <a:endParaRPr sz="750">
              <a:solidFill>
                <a:schemeClr val="dk1"/>
              </a:solidFill>
              <a:latin typeface="Calibri"/>
              <a:ea typeface="Calibri"/>
              <a:cs typeface="Calibri"/>
              <a:sym typeface="Calibri"/>
            </a:endParaRPr>
          </a:p>
        </p:txBody>
      </p:sp>
      <p:sp>
        <p:nvSpPr>
          <p:cNvPr id="803" name="Google Shape;803;p56"/>
          <p:cNvSpPr/>
          <p:nvPr/>
        </p:nvSpPr>
        <p:spPr>
          <a:xfrm>
            <a:off x="594300" y="4251951"/>
            <a:ext cx="8028600" cy="48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lang="en" sz="1100">
                <a:solidFill>
                  <a:schemeClr val="dk1"/>
                </a:solidFill>
                <a:latin typeface="Calibri"/>
                <a:ea typeface="Calibri"/>
                <a:cs typeface="Calibri"/>
                <a:sym typeface="Calibri"/>
              </a:rPr>
              <a:t>Something that we could </a:t>
            </a:r>
            <a:r>
              <a:rPr lang="en" sz="1100">
                <a:solidFill>
                  <a:schemeClr val="dk1"/>
                </a:solidFill>
                <a:latin typeface="Calibri"/>
                <a:ea typeface="Calibri"/>
                <a:cs typeface="Calibri"/>
                <a:sym typeface="Calibri"/>
              </a:rPr>
              <a:t>have</a:t>
            </a:r>
            <a:r>
              <a:rPr lang="en" sz="1100">
                <a:solidFill>
                  <a:schemeClr val="dk1"/>
                </a:solidFill>
                <a:latin typeface="Calibri"/>
                <a:ea typeface="Calibri"/>
                <a:cs typeface="Calibri"/>
                <a:sym typeface="Calibri"/>
              </a:rPr>
              <a:t> done differently is further refine our database schema so that there is less redundancy in columns. For example, removing the ‘age_group’ feature as we already have age, removing the ‘state’ feature as they are all in the Phoenix area, and choosing between keeping the date variable or the day and year variables.</a:t>
            </a:r>
            <a:endParaRPr sz="1100">
              <a:solidFill>
                <a:schemeClr val="dk1"/>
              </a:solidFill>
              <a:latin typeface="Calibri"/>
              <a:ea typeface="Calibri"/>
              <a:cs typeface="Calibri"/>
              <a:sym typeface="Calibri"/>
            </a:endParaRPr>
          </a:p>
        </p:txBody>
      </p:sp>
      <p:sp>
        <p:nvSpPr>
          <p:cNvPr id="804" name="Google Shape;804;p56"/>
          <p:cNvSpPr/>
          <p:nvPr/>
        </p:nvSpPr>
        <p:spPr>
          <a:xfrm>
            <a:off x="8046720" y="4800600"/>
            <a:ext cx="9144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B6B"/>
              </a:buClr>
              <a:buSzPts val="900"/>
              <a:buFont typeface="Calibri"/>
              <a:buNone/>
            </a:pPr>
            <a:r>
              <a:rPr lang="en" sz="900">
                <a:solidFill>
                  <a:srgbClr val="6B6B6B"/>
                </a:solidFill>
                <a:latin typeface="Calibri"/>
                <a:ea typeface="Calibri"/>
                <a:cs typeface="Calibri"/>
                <a:sym typeface="Calibri"/>
              </a:rPr>
              <a:t>11</a:t>
            </a:r>
            <a:r>
              <a:rPr lang="en" sz="900">
                <a:solidFill>
                  <a:srgbClr val="6B6B6B"/>
                </a:solidFill>
                <a:latin typeface="Calibri"/>
                <a:ea typeface="Calibri"/>
                <a:cs typeface="Calibri"/>
                <a:sym typeface="Calibri"/>
              </a:rPr>
              <a:t> / 12</a:t>
            </a:r>
            <a:endParaRPr sz="9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00000"/>
        </a:solidFill>
      </p:bgPr>
    </p:bg>
    <p:spTree>
      <p:nvGrpSpPr>
        <p:cNvPr id="809" name="Shape 809"/>
        <p:cNvGrpSpPr/>
        <p:nvPr/>
      </p:nvGrpSpPr>
      <p:grpSpPr>
        <a:xfrm>
          <a:off x="0" y="0"/>
          <a:ext cx="0" cy="0"/>
          <a:chOff x="0" y="0"/>
          <a:chExt cx="0" cy="0"/>
        </a:xfrm>
      </p:grpSpPr>
      <p:sp>
        <p:nvSpPr>
          <p:cNvPr id="810" name="Google Shape;810;p57"/>
          <p:cNvSpPr/>
          <p:nvPr/>
        </p:nvSpPr>
        <p:spPr>
          <a:xfrm>
            <a:off x="6583680" y="0"/>
            <a:ext cx="2560320" cy="5143500"/>
          </a:xfrm>
          <a:prstGeom prst="rect">
            <a:avLst/>
          </a:prstGeom>
          <a:solidFill>
            <a:srgbClr val="3A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1" name="Google Shape;811;p57"/>
          <p:cNvSpPr/>
          <p:nvPr/>
        </p:nvSpPr>
        <p:spPr>
          <a:xfrm>
            <a:off x="8686800" y="0"/>
            <a:ext cx="457200" cy="51435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2" name="Google Shape;812;p57"/>
          <p:cNvSpPr/>
          <p:nvPr/>
        </p:nvSpPr>
        <p:spPr>
          <a:xfrm>
            <a:off x="640080" y="640080"/>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D0D0"/>
              </a:buClr>
              <a:buSzPts val="1000"/>
              <a:buFont typeface="Calibri"/>
              <a:buNone/>
            </a:pPr>
            <a:r>
              <a:rPr b="1" lang="en" sz="1000">
                <a:solidFill>
                  <a:srgbClr val="FFD0D0"/>
                </a:solidFill>
                <a:latin typeface="Calibri"/>
                <a:ea typeface="Calibri"/>
                <a:cs typeface="Calibri"/>
                <a:sym typeface="Calibri"/>
              </a:rPr>
              <a:t>REFLECTION</a:t>
            </a:r>
            <a:endParaRPr sz="1000">
              <a:solidFill>
                <a:schemeClr val="dk1"/>
              </a:solidFill>
              <a:latin typeface="Calibri"/>
              <a:ea typeface="Calibri"/>
              <a:cs typeface="Calibri"/>
              <a:sym typeface="Calibri"/>
            </a:endParaRPr>
          </a:p>
        </p:txBody>
      </p:sp>
      <p:sp>
        <p:nvSpPr>
          <p:cNvPr id="813" name="Google Shape;813;p57"/>
          <p:cNvSpPr/>
          <p:nvPr/>
        </p:nvSpPr>
        <p:spPr>
          <a:xfrm>
            <a:off x="640080" y="1005840"/>
            <a:ext cx="5669280" cy="12801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Georgia"/>
              <a:buNone/>
            </a:pPr>
            <a:r>
              <a:rPr b="1" lang="en" sz="3400">
                <a:solidFill>
                  <a:srgbClr val="FFFFFF"/>
                </a:solidFill>
                <a:latin typeface="Georgia"/>
                <a:ea typeface="Georgia"/>
                <a:cs typeface="Georgia"/>
                <a:sym typeface="Georgia"/>
              </a:rPr>
              <a:t>What did you learn</a:t>
            </a:r>
            <a:endParaRPr sz="34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400"/>
              <a:buFont typeface="Georgia"/>
              <a:buNone/>
            </a:pPr>
            <a:r>
              <a:rPr b="1" lang="en" sz="3400">
                <a:solidFill>
                  <a:srgbClr val="FFFFFF"/>
                </a:solidFill>
                <a:latin typeface="Georgia"/>
                <a:ea typeface="Georgia"/>
                <a:cs typeface="Georgia"/>
                <a:sym typeface="Georgia"/>
              </a:rPr>
              <a:t>throughout this course?</a:t>
            </a:r>
            <a:endParaRPr sz="3400">
              <a:solidFill>
                <a:schemeClr val="dk1"/>
              </a:solidFill>
              <a:latin typeface="Calibri"/>
              <a:ea typeface="Calibri"/>
              <a:cs typeface="Calibri"/>
              <a:sym typeface="Calibri"/>
            </a:endParaRPr>
          </a:p>
        </p:txBody>
      </p:sp>
      <p:sp>
        <p:nvSpPr>
          <p:cNvPr id="814" name="Google Shape;814;p57"/>
          <p:cNvSpPr/>
          <p:nvPr/>
        </p:nvSpPr>
        <p:spPr>
          <a:xfrm>
            <a:off x="640080" y="2377440"/>
            <a:ext cx="2011680" cy="4572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5" name="Google Shape;815;p57"/>
          <p:cNvSpPr/>
          <p:nvPr/>
        </p:nvSpPr>
        <p:spPr>
          <a:xfrm>
            <a:off x="640080" y="2578608"/>
            <a:ext cx="54864" cy="420624"/>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6" name="Google Shape;816;p57"/>
          <p:cNvSpPr/>
          <p:nvPr/>
        </p:nvSpPr>
        <p:spPr>
          <a:xfrm>
            <a:off x="822960" y="2578608"/>
            <a:ext cx="557784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0D0"/>
              </a:buClr>
              <a:buSzPts val="1150"/>
              <a:buFont typeface="Calibri"/>
              <a:buNone/>
            </a:pPr>
            <a:r>
              <a:rPr i="1" lang="en" sz="1150">
                <a:solidFill>
                  <a:srgbClr val="FFD0D0"/>
                </a:solidFill>
                <a:latin typeface="Calibri"/>
                <a:ea typeface="Calibri"/>
                <a:cs typeface="Calibri"/>
                <a:sym typeface="Calibri"/>
              </a:rPr>
              <a:t>What was the most challenging part of building a full ETL pipeline?</a:t>
            </a:r>
            <a:endParaRPr sz="1150">
              <a:solidFill>
                <a:schemeClr val="dk1"/>
              </a:solidFill>
              <a:latin typeface="Calibri"/>
              <a:ea typeface="Calibri"/>
              <a:cs typeface="Calibri"/>
              <a:sym typeface="Calibri"/>
            </a:endParaRPr>
          </a:p>
        </p:txBody>
      </p:sp>
      <p:sp>
        <p:nvSpPr>
          <p:cNvPr id="817" name="Google Shape;817;p57"/>
          <p:cNvSpPr/>
          <p:nvPr/>
        </p:nvSpPr>
        <p:spPr>
          <a:xfrm>
            <a:off x="640080" y="3172968"/>
            <a:ext cx="54864" cy="420624"/>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8" name="Google Shape;818;p57"/>
          <p:cNvSpPr/>
          <p:nvPr/>
        </p:nvSpPr>
        <p:spPr>
          <a:xfrm>
            <a:off x="822960" y="3172968"/>
            <a:ext cx="557784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0D0"/>
              </a:buClr>
              <a:buSzPts val="1150"/>
              <a:buFont typeface="Calibri"/>
              <a:buNone/>
            </a:pPr>
            <a:r>
              <a:rPr i="1" lang="en" sz="1150">
                <a:solidFill>
                  <a:srgbClr val="FFD0D0"/>
                </a:solidFill>
                <a:latin typeface="Calibri"/>
                <a:ea typeface="Calibri"/>
                <a:cs typeface="Calibri"/>
                <a:sym typeface="Calibri"/>
              </a:rPr>
              <a:t>How did your understanding of data engineering change?</a:t>
            </a:r>
            <a:endParaRPr sz="1150">
              <a:solidFill>
                <a:schemeClr val="dk1"/>
              </a:solidFill>
              <a:latin typeface="Calibri"/>
              <a:ea typeface="Calibri"/>
              <a:cs typeface="Calibri"/>
              <a:sym typeface="Calibri"/>
            </a:endParaRPr>
          </a:p>
        </p:txBody>
      </p:sp>
      <p:sp>
        <p:nvSpPr>
          <p:cNvPr id="819" name="Google Shape;819;p57"/>
          <p:cNvSpPr/>
          <p:nvPr/>
        </p:nvSpPr>
        <p:spPr>
          <a:xfrm>
            <a:off x="640080" y="3767328"/>
            <a:ext cx="54864" cy="420624"/>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0" name="Google Shape;820;p57"/>
          <p:cNvSpPr/>
          <p:nvPr/>
        </p:nvSpPr>
        <p:spPr>
          <a:xfrm>
            <a:off x="822960" y="3767328"/>
            <a:ext cx="557784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0D0"/>
              </a:buClr>
              <a:buSzPts val="1150"/>
              <a:buFont typeface="Calibri"/>
              <a:buNone/>
            </a:pPr>
            <a:r>
              <a:rPr i="1" lang="en" sz="1150">
                <a:solidFill>
                  <a:srgbClr val="FFD0D0"/>
                </a:solidFill>
                <a:latin typeface="Calibri"/>
                <a:ea typeface="Calibri"/>
                <a:cs typeface="Calibri"/>
                <a:sym typeface="Calibri"/>
              </a:rPr>
              <a:t>What tool or concept will you carry into your career?</a:t>
            </a:r>
            <a:endParaRPr sz="1150">
              <a:solidFill>
                <a:schemeClr val="dk1"/>
              </a:solidFill>
              <a:latin typeface="Calibri"/>
              <a:ea typeface="Calibri"/>
              <a:cs typeface="Calibri"/>
              <a:sym typeface="Calibri"/>
            </a:endParaRPr>
          </a:p>
        </p:txBody>
      </p:sp>
      <p:sp>
        <p:nvSpPr>
          <p:cNvPr id="821" name="Google Shape;821;p57"/>
          <p:cNvSpPr/>
          <p:nvPr/>
        </p:nvSpPr>
        <p:spPr>
          <a:xfrm>
            <a:off x="640080" y="4361688"/>
            <a:ext cx="54864" cy="420624"/>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2" name="Google Shape;822;p57"/>
          <p:cNvSpPr/>
          <p:nvPr/>
        </p:nvSpPr>
        <p:spPr>
          <a:xfrm>
            <a:off x="822960" y="4361688"/>
            <a:ext cx="557784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0D0"/>
              </a:buClr>
              <a:buSzPts val="1150"/>
              <a:buFont typeface="Calibri"/>
              <a:buNone/>
            </a:pPr>
            <a:r>
              <a:rPr i="1" lang="en" sz="1150">
                <a:solidFill>
                  <a:srgbClr val="FFD0D0"/>
                </a:solidFill>
                <a:latin typeface="Calibri"/>
                <a:ea typeface="Calibri"/>
                <a:cs typeface="Calibri"/>
                <a:sym typeface="Calibri"/>
              </a:rPr>
              <a:t>What would you do differently if you started over?</a:t>
            </a:r>
            <a:endParaRPr sz="1150">
              <a:solidFill>
                <a:schemeClr val="dk1"/>
              </a:solidFill>
              <a:latin typeface="Calibri"/>
              <a:ea typeface="Calibri"/>
              <a:cs typeface="Calibri"/>
              <a:sym typeface="Calibri"/>
            </a:endParaRPr>
          </a:p>
        </p:txBody>
      </p:sp>
      <p:sp>
        <p:nvSpPr>
          <p:cNvPr id="823" name="Google Shape;823;p57"/>
          <p:cNvSpPr/>
          <p:nvPr/>
        </p:nvSpPr>
        <p:spPr>
          <a:xfrm>
            <a:off x="6720840" y="1645920"/>
            <a:ext cx="219456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5200"/>
              <a:buFont typeface="Calibri"/>
              <a:buNone/>
            </a:pPr>
            <a:r>
              <a:rPr lang="en" sz="5200">
                <a:solidFill>
                  <a:srgbClr val="000000"/>
                </a:solidFill>
                <a:latin typeface="Calibri"/>
                <a:ea typeface="Calibri"/>
                <a:cs typeface="Calibri"/>
                <a:sym typeface="Calibri"/>
              </a:rPr>
              <a:t>🎤</a:t>
            </a:r>
            <a:endParaRPr sz="5200">
              <a:solidFill>
                <a:schemeClr val="dk1"/>
              </a:solidFill>
              <a:latin typeface="Calibri"/>
              <a:ea typeface="Calibri"/>
              <a:cs typeface="Calibri"/>
              <a:sym typeface="Calibri"/>
            </a:endParaRPr>
          </a:p>
        </p:txBody>
      </p:sp>
      <p:sp>
        <p:nvSpPr>
          <p:cNvPr id="824" name="Google Shape;824;p57"/>
          <p:cNvSpPr/>
          <p:nvPr/>
        </p:nvSpPr>
        <p:spPr>
          <a:xfrm>
            <a:off x="6720840" y="2651760"/>
            <a:ext cx="21945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Georgia"/>
              <a:buNone/>
            </a:pPr>
            <a:r>
              <a:rPr b="1" lang="en" sz="1300">
                <a:solidFill>
                  <a:srgbClr val="FFFFFF"/>
                </a:solidFill>
                <a:latin typeface="Georgia"/>
                <a:ea typeface="Georgia"/>
                <a:cs typeface="Georgia"/>
                <a:sym typeface="Georgia"/>
              </a:rPr>
              <a:t>Open</a:t>
            </a:r>
            <a:endParaRPr sz="13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00"/>
              <a:buFont typeface="Georgia"/>
              <a:buNone/>
            </a:pPr>
            <a:r>
              <a:rPr b="1" lang="en" sz="1300">
                <a:solidFill>
                  <a:srgbClr val="FFFFFF"/>
                </a:solidFill>
                <a:latin typeface="Georgia"/>
                <a:ea typeface="Georgia"/>
                <a:cs typeface="Georgia"/>
                <a:sym typeface="Georgia"/>
              </a:rPr>
              <a:t>discussion</a:t>
            </a:r>
            <a:endParaRPr sz="1300">
              <a:solidFill>
                <a:schemeClr val="dk1"/>
              </a:solidFill>
              <a:latin typeface="Calibri"/>
              <a:ea typeface="Calibri"/>
              <a:cs typeface="Calibri"/>
              <a:sym typeface="Calibri"/>
            </a:endParaRPr>
          </a:p>
        </p:txBody>
      </p:sp>
      <p:sp>
        <p:nvSpPr>
          <p:cNvPr id="825" name="Google Shape;825;p57"/>
          <p:cNvSpPr/>
          <p:nvPr/>
        </p:nvSpPr>
        <p:spPr>
          <a:xfrm>
            <a:off x="8229595" y="4782300"/>
            <a:ext cx="9144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B6B"/>
              </a:buClr>
              <a:buSzPts val="900"/>
              <a:buFont typeface="Calibri"/>
              <a:buNone/>
            </a:pPr>
            <a:r>
              <a:rPr lang="en" sz="900">
                <a:solidFill>
                  <a:srgbClr val="6B6B6B"/>
                </a:solidFill>
                <a:latin typeface="Calibri"/>
                <a:ea typeface="Calibri"/>
                <a:cs typeface="Calibri"/>
                <a:sym typeface="Calibri"/>
              </a:rPr>
              <a:t>12/ 12</a:t>
            </a:r>
            <a:endParaRPr sz="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Product / Service Offering Overview #2">
  <a:themeElements>
    <a:clrScheme name="Simple Light">
      <a:dk1>
        <a:srgbClr val="000000"/>
      </a:dk1>
      <a:lt1>
        <a:srgbClr val="E2DFD2"/>
      </a:lt1>
      <a:dk2>
        <a:srgbClr val="FFFCE9"/>
      </a:dk2>
      <a:lt2>
        <a:srgbClr val="C9C3A7"/>
      </a:lt2>
      <a:accent1>
        <a:srgbClr val="FFEDCF"/>
      </a:accent1>
      <a:accent2>
        <a:srgbClr val="595959"/>
      </a:accent2>
      <a:accent3>
        <a:srgbClr val="D56F3E"/>
      </a:accent3>
      <a:accent4>
        <a:srgbClr val="FF7D00"/>
      </a:accent4>
      <a:accent5>
        <a:srgbClr val="78290F"/>
      </a:accent5>
      <a:accent6>
        <a:srgbClr val="D05353"/>
      </a:accent6>
      <a:hlink>
        <a:srgbClr val="DF29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